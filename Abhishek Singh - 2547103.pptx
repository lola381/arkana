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8"/>
  </p:notesMasterIdLst>
  <p:sldIdLst>
    <p:sldId id="256" r:id="rId2"/>
    <p:sldId id="257" r:id="rId3"/>
    <p:sldId id="258" r:id="rId4"/>
    <p:sldId id="261" r:id="rId5"/>
    <p:sldId id="260" r:id="rId6"/>
    <p:sldId id="259" r:id="rId7"/>
  </p:sldIdLst>
  <p:sldSz cx="12192000" cy="6858000"/>
  <p:notesSz cx="6858000" cy="9144000"/>
  <p:embeddedFontLst>
    <p:embeddedFont>
      <p:font typeface="Archivo Narrow" panose="020B0604020202020204" charset="0"/>
      <p:regular r:id="rId9"/>
      <p:bold r:id="rId10"/>
      <p:italic r:id="rId11"/>
      <p:boldItalic r:id="rId12"/>
    </p:embeddedFont>
    <p:embeddedFont>
      <p:font typeface="Archivo Narrow Medium" panose="020B0604020202020204" charset="0"/>
      <p:regular r:id="rId13"/>
      <p:bold r:id="rId14"/>
      <p:italic r:id="rId15"/>
      <p:boldItalic r:id="rId16"/>
    </p:embeddedFont>
    <p:embeddedFont>
      <p:font typeface="Georgia" panose="02040502050405020303" pitchFamily="18" charset="0"/>
      <p:regular r:id="rId17"/>
      <p:bold r:id="rId18"/>
      <p:italic r:id="rId19"/>
      <p:boldItalic r:id="rId20"/>
    </p:embeddedFont>
    <p:embeddedFont>
      <p:font typeface="IBM Plex Sans Condensed" panose="020B0506050203000203" pitchFamily="34" charset="0"/>
      <p:regular r:id="rId21"/>
      <p:bold r:id="rId22"/>
      <p:italic r:id="rId23"/>
      <p:boldItalic r:id="rId24"/>
    </p:embeddedFont>
    <p:embeddedFont>
      <p:font typeface="Yellowtail" panose="020B0604020202020204" charset="0"/>
      <p:regular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232"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font" Target="fonts/font15.fntdata"/><Relationship Id="rId28" Type="http://schemas.openxmlformats.org/officeDocument/2006/relationships/theme" Target="theme/theme1.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 name="Google Shape;7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30503800d2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30503800d2_0_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330503800d2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eef372a8d0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eef372a8d0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g3eef372a8d0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GB"/>
              <a:t>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
          <p:cNvSpPr txBox="1">
            <a:spLocks noGrp="1"/>
          </p:cNvSpPr>
          <p:nvPr>
            <p:ph type="ctrTitle"/>
          </p:nvPr>
        </p:nvSpPr>
        <p:spPr>
          <a:xfrm>
            <a:off x="415600" y="1886797"/>
            <a:ext cx="11360700" cy="18429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21" name="Google Shape;21;p2"/>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22" name="Google Shape;22;p2"/>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3" name="Google Shape;23;p2"/>
          <p:cNvSpPr/>
          <p:nvPr/>
        </p:nvSpPr>
        <p:spPr>
          <a:xfrm>
            <a:off x="-9450" y="-30350"/>
            <a:ext cx="12209100" cy="7371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4" name="Google Shape;24;p2"/>
          <p:cNvSpPr/>
          <p:nvPr/>
        </p:nvSpPr>
        <p:spPr>
          <a:xfrm>
            <a:off x="-9325" y="154075"/>
            <a:ext cx="12216600" cy="1282500"/>
          </a:xfrm>
          <a:prstGeom prst="roundRect">
            <a:avLst>
              <a:gd name="adj" fmla="val 1017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5" name="Google Shape;25;p2"/>
          <p:cNvSpPr/>
          <p:nvPr/>
        </p:nvSpPr>
        <p:spPr>
          <a:xfrm>
            <a:off x="10763550" y="-30350"/>
            <a:ext cx="868800" cy="1467000"/>
          </a:xfrm>
          <a:prstGeom prst="parallelogram">
            <a:avLst>
              <a:gd name="adj" fmla="val 57856"/>
            </a:avLst>
          </a:prstGeom>
          <a:solidFill>
            <a:srgbClr val="D2AE6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6" name="Google Shape;26;p2"/>
          <p:cNvSpPr/>
          <p:nvPr/>
        </p:nvSpPr>
        <p:spPr>
          <a:xfrm>
            <a:off x="7714000" y="-30350"/>
            <a:ext cx="3841800" cy="1488900"/>
          </a:xfrm>
          <a:prstGeom prst="parallelogram">
            <a:avLst>
              <a:gd name="adj" fmla="val 33925"/>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7" name="Google Shape;27;p2"/>
          <p:cNvSpPr/>
          <p:nvPr/>
        </p:nvSpPr>
        <p:spPr>
          <a:xfrm>
            <a:off x="-9325" y="6604519"/>
            <a:ext cx="12216600" cy="2598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8" name="Google Shape;28;p2"/>
          <p:cNvSpPr/>
          <p:nvPr/>
        </p:nvSpPr>
        <p:spPr>
          <a:xfrm>
            <a:off x="-9325" y="5899575"/>
            <a:ext cx="12216600" cy="737100"/>
          </a:xfrm>
          <a:prstGeom prst="roundRect">
            <a:avLst>
              <a:gd name="adj" fmla="val 1017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9" name="Google Shape;29;p2"/>
          <p:cNvSpPr txBox="1"/>
          <p:nvPr/>
        </p:nvSpPr>
        <p:spPr>
          <a:xfrm>
            <a:off x="381000" y="5899575"/>
            <a:ext cx="3810000" cy="969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rgbClr val="D2AE6C"/>
                </a:solidFill>
                <a:latin typeface="Archivo Narrow"/>
                <a:ea typeface="Archivo Narrow"/>
                <a:cs typeface="Archivo Narrow"/>
                <a:sym typeface="Archivo Narrow"/>
              </a:rPr>
              <a:t>Mission</a:t>
            </a:r>
            <a:endParaRPr sz="1500" b="1" i="0" u="none" strike="noStrike" cap="none">
              <a:solidFill>
                <a:srgbClr val="D2AE6C"/>
              </a:solidFill>
              <a:latin typeface="Archivo Narrow"/>
              <a:ea typeface="Archivo Narrow"/>
              <a:cs typeface="Archivo Narrow"/>
              <a:sym typeface="Archivo Narrow"/>
            </a:endParaRPr>
          </a:p>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lt1"/>
                </a:solidFill>
                <a:latin typeface="Archivo Narrow Medium"/>
                <a:ea typeface="Archivo Narrow Medium"/>
                <a:cs typeface="Archivo Narrow Medium"/>
                <a:sym typeface="Archivo Narrow Medium"/>
              </a:rPr>
              <a:t>Christ University is a nurturing ground for an individual’s holistic development to make effective contribution</a:t>
            </a:r>
            <a:endParaRPr sz="1200" b="0" i="0" u="none" strike="noStrike" cap="none">
              <a:solidFill>
                <a:schemeClr val="lt1"/>
              </a:solidFill>
              <a:latin typeface="Archivo Narrow Medium"/>
              <a:ea typeface="Archivo Narrow Medium"/>
              <a:cs typeface="Archivo Narrow Medium"/>
              <a:sym typeface="Archivo Narrow Medium"/>
            </a:endParaRPr>
          </a:p>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lt1"/>
                </a:solidFill>
                <a:latin typeface="Archivo Narrow Medium"/>
                <a:ea typeface="Archivo Narrow Medium"/>
                <a:cs typeface="Archivo Narrow Medium"/>
                <a:sym typeface="Archivo Narrow Medium"/>
              </a:rPr>
              <a:t>to the society in a dynamic environment</a:t>
            </a:r>
            <a:endParaRPr sz="1200" b="0" i="0" u="none" strike="noStrike" cap="none">
              <a:solidFill>
                <a:schemeClr val="lt1"/>
              </a:solidFill>
              <a:latin typeface="Archivo Narrow Medium"/>
              <a:ea typeface="Archivo Narrow Medium"/>
              <a:cs typeface="Archivo Narrow Medium"/>
              <a:sym typeface="Archivo Narrow Medium"/>
            </a:endParaRPr>
          </a:p>
        </p:txBody>
      </p:sp>
      <p:sp>
        <p:nvSpPr>
          <p:cNvPr id="30" name="Google Shape;30;p2"/>
          <p:cNvSpPr txBox="1"/>
          <p:nvPr/>
        </p:nvSpPr>
        <p:spPr>
          <a:xfrm>
            <a:off x="4191000" y="5899575"/>
            <a:ext cx="3810000" cy="600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rgbClr val="D2AE6C"/>
                </a:solidFill>
                <a:latin typeface="Archivo Narrow"/>
                <a:ea typeface="Archivo Narrow"/>
                <a:cs typeface="Archivo Narrow"/>
                <a:sym typeface="Archivo Narrow"/>
              </a:rPr>
              <a:t>Vision</a:t>
            </a:r>
            <a:endParaRPr sz="1500" b="1" i="0" u="none" strike="noStrike" cap="none">
              <a:solidFill>
                <a:srgbClr val="D2AE6C"/>
              </a:solidFill>
              <a:latin typeface="Archivo Narrow"/>
              <a:ea typeface="Archivo Narrow"/>
              <a:cs typeface="Archivo Narrow"/>
              <a:sym typeface="Archivo Narrow"/>
            </a:endParaRPr>
          </a:p>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lt1"/>
                </a:solidFill>
                <a:latin typeface="Archivo Narrow Medium"/>
                <a:ea typeface="Archivo Narrow Medium"/>
                <a:cs typeface="Archivo Narrow Medium"/>
                <a:sym typeface="Archivo Narrow Medium"/>
              </a:rPr>
              <a:t>Excellence and Service</a:t>
            </a:r>
            <a:endParaRPr sz="1200" b="0" i="0" u="none" strike="noStrike" cap="none">
              <a:solidFill>
                <a:schemeClr val="lt1"/>
              </a:solidFill>
              <a:latin typeface="Archivo Narrow Medium"/>
              <a:ea typeface="Archivo Narrow Medium"/>
              <a:cs typeface="Archivo Narrow Medium"/>
              <a:sym typeface="Archivo Narrow Medium"/>
            </a:endParaRPr>
          </a:p>
        </p:txBody>
      </p:sp>
      <p:sp>
        <p:nvSpPr>
          <p:cNvPr id="31" name="Google Shape;31;p2"/>
          <p:cNvSpPr txBox="1"/>
          <p:nvPr/>
        </p:nvSpPr>
        <p:spPr>
          <a:xfrm>
            <a:off x="8572600" y="5899575"/>
            <a:ext cx="2983200" cy="969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rgbClr val="D2AE6C"/>
                </a:solidFill>
                <a:latin typeface="Archivo Narrow"/>
                <a:ea typeface="Archivo Narrow"/>
                <a:cs typeface="Archivo Narrow"/>
                <a:sym typeface="Archivo Narrow"/>
              </a:rPr>
              <a:t>Core Values</a:t>
            </a:r>
            <a:endParaRPr sz="1500" b="1" i="0" u="none" strike="noStrike" cap="none">
              <a:solidFill>
                <a:srgbClr val="D2AE6C"/>
              </a:solidFill>
              <a:latin typeface="Archivo Narrow"/>
              <a:ea typeface="Archivo Narrow"/>
              <a:cs typeface="Archivo Narrow"/>
              <a:sym typeface="Archivo Narrow"/>
            </a:endParaRPr>
          </a:p>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lt1"/>
                </a:solidFill>
                <a:latin typeface="Archivo Narrow Medium"/>
                <a:ea typeface="Archivo Narrow Medium"/>
                <a:cs typeface="Archivo Narrow Medium"/>
                <a:sym typeface="Archivo Narrow Medium"/>
              </a:rPr>
              <a:t>Faith in God |  Moral Uprightness</a:t>
            </a:r>
            <a:endParaRPr sz="1200" b="0" i="0" u="none" strike="noStrike" cap="none">
              <a:solidFill>
                <a:schemeClr val="lt1"/>
              </a:solidFill>
              <a:latin typeface="Archivo Narrow Medium"/>
              <a:ea typeface="Archivo Narrow Medium"/>
              <a:cs typeface="Archivo Narrow Medium"/>
              <a:sym typeface="Archivo Narrow Medium"/>
            </a:endParaRPr>
          </a:p>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lt1"/>
                </a:solidFill>
                <a:latin typeface="Archivo Narrow Medium"/>
                <a:ea typeface="Archivo Narrow Medium"/>
                <a:cs typeface="Archivo Narrow Medium"/>
                <a:sym typeface="Archivo Narrow Medium"/>
              </a:rPr>
              <a:t> Love of Fellow Beings |  Social Responsibility</a:t>
            </a:r>
            <a:br>
              <a:rPr lang="en-GB" sz="1200" b="0" i="0" u="none" strike="noStrike" cap="none">
                <a:solidFill>
                  <a:schemeClr val="lt1"/>
                </a:solidFill>
                <a:latin typeface="Archivo Narrow Medium"/>
                <a:ea typeface="Archivo Narrow Medium"/>
                <a:cs typeface="Archivo Narrow Medium"/>
                <a:sym typeface="Archivo Narrow Medium"/>
              </a:rPr>
            </a:br>
            <a:r>
              <a:rPr lang="en-GB" sz="1200" b="0" i="0" u="none" strike="noStrike" cap="none">
                <a:solidFill>
                  <a:schemeClr val="lt1"/>
                </a:solidFill>
                <a:latin typeface="Archivo Narrow Medium"/>
                <a:ea typeface="Archivo Narrow Medium"/>
                <a:cs typeface="Archivo Narrow Medium"/>
                <a:sym typeface="Archivo Narrow Medium"/>
              </a:rPr>
              <a:t>Pursuit of Excellence</a:t>
            </a:r>
            <a:endParaRPr sz="1200" b="0" i="0" u="none" strike="noStrike" cap="none">
              <a:solidFill>
                <a:schemeClr val="lt1"/>
              </a:solidFill>
              <a:latin typeface="Archivo Narrow Medium"/>
              <a:ea typeface="Archivo Narrow Medium"/>
              <a:cs typeface="Archivo Narrow Medium"/>
              <a:sym typeface="Archivo Narrow Medium"/>
            </a:endParaRPr>
          </a:p>
        </p:txBody>
      </p:sp>
      <p:pic>
        <p:nvPicPr>
          <p:cNvPr id="32" name="Google Shape;32;p2" title="CU logo GBT_25.png"/>
          <p:cNvPicPr preferRelativeResize="0"/>
          <p:nvPr/>
        </p:nvPicPr>
        <p:blipFill>
          <a:blip r:embed="rId2">
            <a:alphaModFix/>
          </a:blip>
          <a:stretch>
            <a:fillRect/>
          </a:stretch>
        </p:blipFill>
        <p:spPr>
          <a:xfrm>
            <a:off x="7954061" y="329612"/>
            <a:ext cx="3118595" cy="10569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3"/>
        <p:cNvGrpSpPr/>
        <p:nvPr/>
      </p:nvGrpSpPr>
      <p:grpSpPr>
        <a:xfrm>
          <a:off x="0" y="0"/>
          <a:ext cx="0" cy="0"/>
          <a:chOff x="0" y="0"/>
          <a:chExt cx="0" cy="0"/>
        </a:xfrm>
      </p:grpSpPr>
      <p:sp>
        <p:nvSpPr>
          <p:cNvPr id="34" name="Google Shape;34;p3"/>
          <p:cNvSpPr txBox="1">
            <a:spLocks noGrp="1"/>
          </p:cNvSpPr>
          <p:nvPr>
            <p:ph type="title"/>
          </p:nvPr>
        </p:nvSpPr>
        <p:spPr>
          <a:xfrm>
            <a:off x="415600" y="4917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Font typeface="IBM Plex Sans Condensed"/>
              <a:buNone/>
              <a:defRPr>
                <a:latin typeface="IBM Plex Sans Condensed"/>
                <a:ea typeface="IBM Plex Sans Condensed"/>
                <a:cs typeface="IBM Plex Sans Condensed"/>
                <a:sym typeface="IBM Plex Sans Condensed"/>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35" name="Google Shape;35;p3"/>
          <p:cNvSpPr txBox="1">
            <a:spLocks noGrp="1"/>
          </p:cNvSpPr>
          <p:nvPr>
            <p:ph type="body" idx="1"/>
          </p:nvPr>
        </p:nvSpPr>
        <p:spPr>
          <a:xfrm>
            <a:off x="415600" y="1419388"/>
            <a:ext cx="11360700" cy="4672200"/>
          </a:xfrm>
          <a:prstGeom prst="rect">
            <a:avLst/>
          </a:prstGeom>
          <a:noFill/>
          <a:ln>
            <a:noFill/>
          </a:ln>
        </p:spPr>
        <p:txBody>
          <a:bodyPr spcFirstLastPara="1" wrap="square" lIns="121900" tIns="121900" rIns="121900" bIns="121900" anchor="t" anchorCtr="0">
            <a:noAutofit/>
          </a:bodyPr>
          <a:lstStyle>
            <a:lvl1pPr marL="457200" lvl="0" indent="-406400" algn="l">
              <a:lnSpc>
                <a:spcPct val="100000"/>
              </a:lnSpc>
              <a:spcBef>
                <a:spcPts val="0"/>
              </a:spcBef>
              <a:spcAft>
                <a:spcPts val="0"/>
              </a:spcAft>
              <a:buSzPts val="2800"/>
              <a:buFont typeface="IBM Plex Sans Condensed"/>
              <a:buChar char="●"/>
              <a:defRPr>
                <a:latin typeface="IBM Plex Sans Condensed"/>
                <a:ea typeface="IBM Plex Sans Condensed"/>
                <a:cs typeface="IBM Plex Sans Condensed"/>
                <a:sym typeface="IBM Plex Sans Condensed"/>
              </a:defRPr>
            </a:lvl1pPr>
            <a:lvl2pPr marL="914400" lvl="1" indent="-393700" algn="l">
              <a:lnSpc>
                <a:spcPct val="100000"/>
              </a:lnSpc>
              <a:spcBef>
                <a:spcPts val="800"/>
              </a:spcBef>
              <a:spcAft>
                <a:spcPts val="0"/>
              </a:spcAft>
              <a:buSzPts val="2600"/>
              <a:buFont typeface="IBM Plex Sans Condensed"/>
              <a:buChar char="○"/>
              <a:defRPr>
                <a:latin typeface="IBM Plex Sans Condensed"/>
                <a:ea typeface="IBM Plex Sans Condensed"/>
                <a:cs typeface="IBM Plex Sans Condensed"/>
                <a:sym typeface="IBM Plex Sans Condensed"/>
              </a:defRPr>
            </a:lvl2pPr>
            <a:lvl3pPr marL="1371600" lvl="2"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3pPr>
            <a:lvl4pPr marL="1828800" lvl="3"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4pPr>
            <a:lvl5pPr marL="2286000" lvl="4"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5pPr>
            <a:lvl6pPr marL="2743200" lvl="5"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6pPr>
            <a:lvl7pPr marL="3200400" lvl="6"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7pPr>
            <a:lvl8pPr marL="3657600" lvl="7"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8pPr>
            <a:lvl9pPr marL="4114800" lvl="8" indent="-381000" algn="l">
              <a:lnSpc>
                <a:spcPct val="100000"/>
              </a:lnSpc>
              <a:spcBef>
                <a:spcPts val="800"/>
              </a:spcBef>
              <a:spcAft>
                <a:spcPts val="800"/>
              </a:spcAft>
              <a:buSzPts val="2400"/>
              <a:buFont typeface="IBM Plex Sans Condensed"/>
              <a:buChar char="■"/>
              <a:defRPr>
                <a:latin typeface="IBM Plex Sans Condensed"/>
                <a:ea typeface="IBM Plex Sans Condensed"/>
                <a:cs typeface="IBM Plex Sans Condensed"/>
                <a:sym typeface="IBM Plex Sans Condensed"/>
              </a:defRPr>
            </a:lvl9pPr>
          </a:lstStyle>
          <a:p>
            <a:endParaRPr/>
          </a:p>
        </p:txBody>
      </p:sp>
      <p:sp>
        <p:nvSpPr>
          <p:cNvPr id="36" name="Google Shape;36;p3"/>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7" name="Google Shape;37;p3"/>
          <p:cNvSpPr txBox="1"/>
          <p:nvPr/>
        </p:nvSpPr>
        <p:spPr>
          <a:xfrm>
            <a:off x="11585175" y="6515100"/>
            <a:ext cx="532800" cy="2901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4"/>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40" name="Google Shape;40;p4"/>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1"/>
        <p:cNvGrpSpPr/>
        <p:nvPr/>
      </p:nvGrpSpPr>
      <p:grpSpPr>
        <a:xfrm>
          <a:off x="0" y="0"/>
          <a:ext cx="0" cy="0"/>
          <a:chOff x="0" y="0"/>
          <a:chExt cx="0" cy="0"/>
        </a:xfrm>
      </p:grpSpPr>
      <p:sp>
        <p:nvSpPr>
          <p:cNvPr id="42" name="Google Shape;42;p5"/>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43" name="Google Shape;43;p5"/>
          <p:cNvSpPr txBox="1">
            <a:spLocks noGrp="1"/>
          </p:cNvSpPr>
          <p:nvPr>
            <p:ph type="body" idx="1"/>
          </p:nvPr>
        </p:nvSpPr>
        <p:spPr>
          <a:xfrm>
            <a:off x="415600" y="1536625"/>
            <a:ext cx="5333100" cy="4751700"/>
          </a:xfrm>
          <a:prstGeom prst="rect">
            <a:avLst/>
          </a:prstGeom>
          <a:noFill/>
          <a:ln>
            <a:noFill/>
          </a:ln>
        </p:spPr>
        <p:txBody>
          <a:bodyPr spcFirstLastPara="1" wrap="square" lIns="121900" tIns="121900" rIns="121900" bIns="121900" anchor="t" anchorCtr="0">
            <a:noAutofit/>
          </a:bodyPr>
          <a:lstStyle>
            <a:lvl1pPr marL="457200" lvl="0" indent="-349250" algn="l">
              <a:lnSpc>
                <a:spcPct val="100000"/>
              </a:lnSpc>
              <a:spcBef>
                <a:spcPts val="0"/>
              </a:spcBef>
              <a:spcAft>
                <a:spcPts val="0"/>
              </a:spcAft>
              <a:buSzPts val="1900"/>
              <a:buChar char="●"/>
              <a:defRPr sz="1900"/>
            </a:lvl1pPr>
            <a:lvl2pPr marL="914400" lvl="1" indent="-330200" algn="l">
              <a:lnSpc>
                <a:spcPct val="100000"/>
              </a:lnSpc>
              <a:spcBef>
                <a:spcPts val="800"/>
              </a:spcBef>
              <a:spcAft>
                <a:spcPts val="0"/>
              </a:spcAft>
              <a:buSzPts val="1600"/>
              <a:buChar char="○"/>
              <a:defRPr sz="1600"/>
            </a:lvl2pPr>
            <a:lvl3pPr marL="1371600" lvl="2" indent="-330200" algn="l">
              <a:lnSpc>
                <a:spcPct val="100000"/>
              </a:lnSpc>
              <a:spcBef>
                <a:spcPts val="800"/>
              </a:spcBef>
              <a:spcAft>
                <a:spcPts val="0"/>
              </a:spcAft>
              <a:buSzPts val="1600"/>
              <a:buChar char="■"/>
              <a:defRPr sz="1600"/>
            </a:lvl3pPr>
            <a:lvl4pPr marL="1828800" lvl="3" indent="-330200" algn="l">
              <a:lnSpc>
                <a:spcPct val="100000"/>
              </a:lnSpc>
              <a:spcBef>
                <a:spcPts val="800"/>
              </a:spcBef>
              <a:spcAft>
                <a:spcPts val="0"/>
              </a:spcAft>
              <a:buSzPts val="1600"/>
              <a:buChar char="●"/>
              <a:defRPr sz="1600"/>
            </a:lvl4pPr>
            <a:lvl5pPr marL="2286000" lvl="4" indent="-330200" algn="l">
              <a:lnSpc>
                <a:spcPct val="100000"/>
              </a:lnSpc>
              <a:spcBef>
                <a:spcPts val="800"/>
              </a:spcBef>
              <a:spcAft>
                <a:spcPts val="0"/>
              </a:spcAft>
              <a:buSzPts val="1600"/>
              <a:buChar char="○"/>
              <a:defRPr sz="1600"/>
            </a:lvl5pPr>
            <a:lvl6pPr marL="2743200" lvl="5" indent="-330200" algn="l">
              <a:lnSpc>
                <a:spcPct val="100000"/>
              </a:lnSpc>
              <a:spcBef>
                <a:spcPts val="800"/>
              </a:spcBef>
              <a:spcAft>
                <a:spcPts val="0"/>
              </a:spcAft>
              <a:buSzPts val="1600"/>
              <a:buChar char="■"/>
              <a:defRPr sz="1600"/>
            </a:lvl6pPr>
            <a:lvl7pPr marL="3200400" lvl="6" indent="-330200" algn="l">
              <a:lnSpc>
                <a:spcPct val="100000"/>
              </a:lnSpc>
              <a:spcBef>
                <a:spcPts val="800"/>
              </a:spcBef>
              <a:spcAft>
                <a:spcPts val="0"/>
              </a:spcAft>
              <a:buSzPts val="1600"/>
              <a:buChar char="●"/>
              <a:defRPr sz="1600"/>
            </a:lvl7pPr>
            <a:lvl8pPr marL="3657600" lvl="7" indent="-330200" algn="l">
              <a:lnSpc>
                <a:spcPct val="100000"/>
              </a:lnSpc>
              <a:spcBef>
                <a:spcPts val="800"/>
              </a:spcBef>
              <a:spcAft>
                <a:spcPts val="0"/>
              </a:spcAft>
              <a:buSzPts val="1600"/>
              <a:buChar char="○"/>
              <a:defRPr sz="1600"/>
            </a:lvl8pPr>
            <a:lvl9pPr marL="4114800" lvl="8" indent="-330200" algn="l">
              <a:lnSpc>
                <a:spcPct val="100000"/>
              </a:lnSpc>
              <a:spcBef>
                <a:spcPts val="800"/>
              </a:spcBef>
              <a:spcAft>
                <a:spcPts val="800"/>
              </a:spcAft>
              <a:buSzPts val="1600"/>
              <a:buChar char="■"/>
              <a:defRPr sz="1600"/>
            </a:lvl9pPr>
          </a:lstStyle>
          <a:p>
            <a:endParaRPr/>
          </a:p>
        </p:txBody>
      </p:sp>
      <p:sp>
        <p:nvSpPr>
          <p:cNvPr id="44" name="Google Shape;44;p5"/>
          <p:cNvSpPr txBox="1">
            <a:spLocks noGrp="1"/>
          </p:cNvSpPr>
          <p:nvPr>
            <p:ph type="body" idx="2"/>
          </p:nvPr>
        </p:nvSpPr>
        <p:spPr>
          <a:xfrm>
            <a:off x="6443200" y="1536625"/>
            <a:ext cx="5333100" cy="4751700"/>
          </a:xfrm>
          <a:prstGeom prst="rect">
            <a:avLst/>
          </a:prstGeom>
          <a:noFill/>
          <a:ln>
            <a:noFill/>
          </a:ln>
        </p:spPr>
        <p:txBody>
          <a:bodyPr spcFirstLastPara="1" wrap="square" lIns="121900" tIns="121900" rIns="121900" bIns="121900" anchor="t" anchorCtr="0">
            <a:noAutofit/>
          </a:bodyPr>
          <a:lstStyle>
            <a:lvl1pPr marL="457200" lvl="0" indent="-349250" algn="l">
              <a:lnSpc>
                <a:spcPct val="100000"/>
              </a:lnSpc>
              <a:spcBef>
                <a:spcPts val="0"/>
              </a:spcBef>
              <a:spcAft>
                <a:spcPts val="0"/>
              </a:spcAft>
              <a:buSzPts val="1900"/>
              <a:buChar char="●"/>
              <a:defRPr sz="1900"/>
            </a:lvl1pPr>
            <a:lvl2pPr marL="914400" lvl="1" indent="-330200" algn="l">
              <a:lnSpc>
                <a:spcPct val="100000"/>
              </a:lnSpc>
              <a:spcBef>
                <a:spcPts val="800"/>
              </a:spcBef>
              <a:spcAft>
                <a:spcPts val="0"/>
              </a:spcAft>
              <a:buSzPts val="1600"/>
              <a:buChar char="○"/>
              <a:defRPr sz="1600"/>
            </a:lvl2pPr>
            <a:lvl3pPr marL="1371600" lvl="2" indent="-330200" algn="l">
              <a:lnSpc>
                <a:spcPct val="100000"/>
              </a:lnSpc>
              <a:spcBef>
                <a:spcPts val="800"/>
              </a:spcBef>
              <a:spcAft>
                <a:spcPts val="0"/>
              </a:spcAft>
              <a:buSzPts val="1600"/>
              <a:buChar char="■"/>
              <a:defRPr sz="1600"/>
            </a:lvl3pPr>
            <a:lvl4pPr marL="1828800" lvl="3" indent="-330200" algn="l">
              <a:lnSpc>
                <a:spcPct val="100000"/>
              </a:lnSpc>
              <a:spcBef>
                <a:spcPts val="800"/>
              </a:spcBef>
              <a:spcAft>
                <a:spcPts val="0"/>
              </a:spcAft>
              <a:buSzPts val="1600"/>
              <a:buChar char="●"/>
              <a:defRPr sz="1600"/>
            </a:lvl4pPr>
            <a:lvl5pPr marL="2286000" lvl="4" indent="-330200" algn="l">
              <a:lnSpc>
                <a:spcPct val="100000"/>
              </a:lnSpc>
              <a:spcBef>
                <a:spcPts val="800"/>
              </a:spcBef>
              <a:spcAft>
                <a:spcPts val="0"/>
              </a:spcAft>
              <a:buSzPts val="1600"/>
              <a:buChar char="○"/>
              <a:defRPr sz="1600"/>
            </a:lvl5pPr>
            <a:lvl6pPr marL="2743200" lvl="5" indent="-330200" algn="l">
              <a:lnSpc>
                <a:spcPct val="100000"/>
              </a:lnSpc>
              <a:spcBef>
                <a:spcPts val="800"/>
              </a:spcBef>
              <a:spcAft>
                <a:spcPts val="0"/>
              </a:spcAft>
              <a:buSzPts val="1600"/>
              <a:buChar char="■"/>
              <a:defRPr sz="1600"/>
            </a:lvl6pPr>
            <a:lvl7pPr marL="3200400" lvl="6" indent="-330200" algn="l">
              <a:lnSpc>
                <a:spcPct val="100000"/>
              </a:lnSpc>
              <a:spcBef>
                <a:spcPts val="800"/>
              </a:spcBef>
              <a:spcAft>
                <a:spcPts val="0"/>
              </a:spcAft>
              <a:buSzPts val="1600"/>
              <a:buChar char="●"/>
              <a:defRPr sz="1600"/>
            </a:lvl7pPr>
            <a:lvl8pPr marL="3657600" lvl="7" indent="-330200" algn="l">
              <a:lnSpc>
                <a:spcPct val="100000"/>
              </a:lnSpc>
              <a:spcBef>
                <a:spcPts val="800"/>
              </a:spcBef>
              <a:spcAft>
                <a:spcPts val="0"/>
              </a:spcAft>
              <a:buSzPts val="1600"/>
              <a:buChar char="○"/>
              <a:defRPr sz="1600"/>
            </a:lvl8pPr>
            <a:lvl9pPr marL="4114800" lvl="8" indent="-330200" algn="l">
              <a:lnSpc>
                <a:spcPct val="100000"/>
              </a:lnSpc>
              <a:spcBef>
                <a:spcPts val="800"/>
              </a:spcBef>
              <a:spcAft>
                <a:spcPts val="800"/>
              </a:spcAft>
              <a:buSzPts val="1600"/>
              <a:buChar char="■"/>
              <a:defRPr sz="1600"/>
            </a:lvl9pPr>
          </a:lstStyle>
          <a:p>
            <a:endParaRPr/>
          </a:p>
        </p:txBody>
      </p:sp>
      <p:sp>
        <p:nvSpPr>
          <p:cNvPr id="45" name="Google Shape;45;p5"/>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46" name="Google Shape;46;p5"/>
          <p:cNvSpPr/>
          <p:nvPr/>
        </p:nvSpPr>
        <p:spPr>
          <a:xfrm rot="10800000">
            <a:off x="-2833" y="-25"/>
            <a:ext cx="122067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6"/>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49" name="Google Shape;49;p6"/>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415600" y="740800"/>
            <a:ext cx="7078200" cy="1007700"/>
          </a:xfrm>
          <a:prstGeom prst="rect">
            <a:avLst/>
          </a:prstGeom>
          <a:noFill/>
          <a:ln>
            <a:noFill/>
          </a:ln>
        </p:spPr>
        <p:txBody>
          <a:bodyPr spcFirstLastPara="1" wrap="square" lIns="121900" tIns="121900" rIns="121900" bIns="121900" anchor="b" anchorCtr="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52" name="Google Shape;52;p7"/>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Autofit/>
          </a:bodyPr>
          <a:lstStyle>
            <a:lvl1pPr marL="457200" lvl="0" indent="-330200" algn="l">
              <a:lnSpc>
                <a:spcPct val="100000"/>
              </a:lnSpc>
              <a:spcBef>
                <a:spcPts val="0"/>
              </a:spcBef>
              <a:spcAft>
                <a:spcPts val="0"/>
              </a:spcAft>
              <a:buSzPts val="1600"/>
              <a:buChar char="●"/>
              <a:defRPr sz="1600"/>
            </a:lvl1pPr>
            <a:lvl2pPr marL="914400" lvl="1" indent="-330200" algn="l">
              <a:lnSpc>
                <a:spcPct val="100000"/>
              </a:lnSpc>
              <a:spcBef>
                <a:spcPts val="800"/>
              </a:spcBef>
              <a:spcAft>
                <a:spcPts val="0"/>
              </a:spcAft>
              <a:buSzPts val="1600"/>
              <a:buChar char="○"/>
              <a:defRPr sz="1600"/>
            </a:lvl2pPr>
            <a:lvl3pPr marL="1371600" lvl="2" indent="-330200" algn="l">
              <a:lnSpc>
                <a:spcPct val="100000"/>
              </a:lnSpc>
              <a:spcBef>
                <a:spcPts val="800"/>
              </a:spcBef>
              <a:spcAft>
                <a:spcPts val="0"/>
              </a:spcAft>
              <a:buSzPts val="1600"/>
              <a:buChar char="■"/>
              <a:defRPr sz="1600"/>
            </a:lvl3pPr>
            <a:lvl4pPr marL="1828800" lvl="3" indent="-330200" algn="l">
              <a:lnSpc>
                <a:spcPct val="100000"/>
              </a:lnSpc>
              <a:spcBef>
                <a:spcPts val="800"/>
              </a:spcBef>
              <a:spcAft>
                <a:spcPts val="0"/>
              </a:spcAft>
              <a:buSzPts val="1600"/>
              <a:buChar char="●"/>
              <a:defRPr sz="1600"/>
            </a:lvl4pPr>
            <a:lvl5pPr marL="2286000" lvl="4" indent="-330200" algn="l">
              <a:lnSpc>
                <a:spcPct val="100000"/>
              </a:lnSpc>
              <a:spcBef>
                <a:spcPts val="800"/>
              </a:spcBef>
              <a:spcAft>
                <a:spcPts val="0"/>
              </a:spcAft>
              <a:buSzPts val="1600"/>
              <a:buChar char="○"/>
              <a:defRPr sz="1600"/>
            </a:lvl5pPr>
            <a:lvl6pPr marL="2743200" lvl="5" indent="-330200" algn="l">
              <a:lnSpc>
                <a:spcPct val="100000"/>
              </a:lnSpc>
              <a:spcBef>
                <a:spcPts val="800"/>
              </a:spcBef>
              <a:spcAft>
                <a:spcPts val="0"/>
              </a:spcAft>
              <a:buSzPts val="1600"/>
              <a:buChar char="■"/>
              <a:defRPr sz="1600"/>
            </a:lvl6pPr>
            <a:lvl7pPr marL="3200400" lvl="6" indent="-330200" algn="l">
              <a:lnSpc>
                <a:spcPct val="100000"/>
              </a:lnSpc>
              <a:spcBef>
                <a:spcPts val="800"/>
              </a:spcBef>
              <a:spcAft>
                <a:spcPts val="0"/>
              </a:spcAft>
              <a:buSzPts val="1600"/>
              <a:buChar char="●"/>
              <a:defRPr sz="1600"/>
            </a:lvl7pPr>
            <a:lvl8pPr marL="3657600" lvl="7" indent="-330200" algn="l">
              <a:lnSpc>
                <a:spcPct val="100000"/>
              </a:lnSpc>
              <a:spcBef>
                <a:spcPts val="800"/>
              </a:spcBef>
              <a:spcAft>
                <a:spcPts val="0"/>
              </a:spcAft>
              <a:buSzPts val="1600"/>
              <a:buChar char="○"/>
              <a:defRPr sz="1600"/>
            </a:lvl8pPr>
            <a:lvl9pPr marL="4114800" lvl="8" indent="-330200" algn="l">
              <a:lnSpc>
                <a:spcPct val="100000"/>
              </a:lnSpc>
              <a:spcBef>
                <a:spcPts val="800"/>
              </a:spcBef>
              <a:spcAft>
                <a:spcPts val="800"/>
              </a:spcAft>
              <a:buSzPts val="1600"/>
              <a:buChar char="■"/>
              <a:defRPr sz="1600"/>
            </a:lvl9pPr>
          </a:lstStyle>
          <a:p>
            <a:endParaRPr/>
          </a:p>
        </p:txBody>
      </p:sp>
      <p:sp>
        <p:nvSpPr>
          <p:cNvPr id="53" name="Google Shape;53;p7"/>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56" name="Google Shape;56;p8"/>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7"/>
        <p:cNvGrpSpPr/>
        <p:nvPr/>
      </p:nvGrpSpPr>
      <p:grpSpPr>
        <a:xfrm>
          <a:off x="0" y="0"/>
          <a:ext cx="0" cy="0"/>
          <a:chOff x="0" y="0"/>
          <a:chExt cx="0" cy="0"/>
        </a:xfrm>
      </p:grpSpPr>
      <p:sp>
        <p:nvSpPr>
          <p:cNvPr id="58" name="Google Shape;58;p9"/>
          <p:cNvSpPr/>
          <p:nvPr/>
        </p:nvSpPr>
        <p:spPr>
          <a:xfrm>
            <a:off x="6096000" y="272150"/>
            <a:ext cx="6096000" cy="61365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9"/>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60" name="Google Shape;60;p9"/>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1" name="Google Shape;61;p9"/>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Autofit/>
          </a:bodyPr>
          <a:lstStyle>
            <a:lvl1pPr marL="457200" lvl="0" indent="-406400" algn="l">
              <a:lnSpc>
                <a:spcPct val="100000"/>
              </a:lnSpc>
              <a:spcBef>
                <a:spcPts val="0"/>
              </a:spcBef>
              <a:spcAft>
                <a:spcPts val="0"/>
              </a:spcAft>
              <a:buSzPts val="2800"/>
              <a:buChar char="●"/>
              <a:defRPr/>
            </a:lvl1pPr>
            <a:lvl2pPr marL="914400" lvl="1" indent="-393700" algn="l">
              <a:lnSpc>
                <a:spcPct val="100000"/>
              </a:lnSpc>
              <a:spcBef>
                <a:spcPts val="800"/>
              </a:spcBef>
              <a:spcAft>
                <a:spcPts val="0"/>
              </a:spcAft>
              <a:buSzPts val="2600"/>
              <a:buChar char="○"/>
              <a:defRPr/>
            </a:lvl2pPr>
            <a:lvl3pPr marL="1371600" lvl="2" indent="-381000" algn="l">
              <a:lnSpc>
                <a:spcPct val="100000"/>
              </a:lnSpc>
              <a:spcBef>
                <a:spcPts val="800"/>
              </a:spcBef>
              <a:spcAft>
                <a:spcPts val="0"/>
              </a:spcAft>
              <a:buSzPts val="2400"/>
              <a:buChar char="■"/>
              <a:defRPr/>
            </a:lvl3pPr>
            <a:lvl4pPr marL="1828800" lvl="3" indent="-381000" algn="l">
              <a:lnSpc>
                <a:spcPct val="100000"/>
              </a:lnSpc>
              <a:spcBef>
                <a:spcPts val="800"/>
              </a:spcBef>
              <a:spcAft>
                <a:spcPts val="0"/>
              </a:spcAft>
              <a:buSzPts val="2400"/>
              <a:buChar char="●"/>
              <a:defRPr/>
            </a:lvl4pPr>
            <a:lvl5pPr marL="2286000" lvl="4" indent="-381000" algn="l">
              <a:lnSpc>
                <a:spcPct val="100000"/>
              </a:lnSpc>
              <a:spcBef>
                <a:spcPts val="800"/>
              </a:spcBef>
              <a:spcAft>
                <a:spcPts val="0"/>
              </a:spcAft>
              <a:buSzPts val="2400"/>
              <a:buChar char="○"/>
              <a:defRPr/>
            </a:lvl5pPr>
            <a:lvl6pPr marL="2743200" lvl="5" indent="-381000" algn="l">
              <a:lnSpc>
                <a:spcPct val="100000"/>
              </a:lnSpc>
              <a:spcBef>
                <a:spcPts val="800"/>
              </a:spcBef>
              <a:spcAft>
                <a:spcPts val="0"/>
              </a:spcAft>
              <a:buSzPts val="2400"/>
              <a:buChar char="■"/>
              <a:defRPr/>
            </a:lvl6pPr>
            <a:lvl7pPr marL="3200400" lvl="6" indent="-381000" algn="l">
              <a:lnSpc>
                <a:spcPct val="100000"/>
              </a:lnSpc>
              <a:spcBef>
                <a:spcPts val="800"/>
              </a:spcBef>
              <a:spcAft>
                <a:spcPts val="0"/>
              </a:spcAft>
              <a:buSzPts val="2400"/>
              <a:buChar char="●"/>
              <a:defRPr/>
            </a:lvl7pPr>
            <a:lvl8pPr marL="3657600" lvl="7" indent="-381000" algn="l">
              <a:lnSpc>
                <a:spcPct val="100000"/>
              </a:lnSpc>
              <a:spcBef>
                <a:spcPts val="800"/>
              </a:spcBef>
              <a:spcAft>
                <a:spcPts val="0"/>
              </a:spcAft>
              <a:buSzPts val="2400"/>
              <a:buChar char="○"/>
              <a:defRPr/>
            </a:lvl8pPr>
            <a:lvl9pPr marL="4114800" lvl="8" indent="-381000" algn="l">
              <a:lnSpc>
                <a:spcPct val="100000"/>
              </a:lnSpc>
              <a:spcBef>
                <a:spcPts val="800"/>
              </a:spcBef>
              <a:spcAft>
                <a:spcPts val="800"/>
              </a:spcAft>
              <a:buSzPts val="2400"/>
              <a:buChar char="■"/>
              <a:defRPr/>
            </a:lvl9pPr>
          </a:lstStyle>
          <a:p>
            <a:endParaRPr/>
          </a:p>
        </p:txBody>
      </p:sp>
      <p:sp>
        <p:nvSpPr>
          <p:cNvPr id="62" name="Google Shape;62;p9"/>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3"/>
        <p:cNvGrpSpPr/>
        <p:nvPr/>
      </p:nvGrpSpPr>
      <p:grpSpPr>
        <a:xfrm>
          <a:off x="0" y="0"/>
          <a:ext cx="0" cy="0"/>
          <a:chOff x="0" y="0"/>
          <a:chExt cx="0" cy="0"/>
        </a:xfrm>
      </p:grpSpPr>
      <p:sp>
        <p:nvSpPr>
          <p:cNvPr id="64" name="Google Shape;64;p10"/>
          <p:cNvSpPr txBox="1">
            <a:spLocks noGrp="1"/>
          </p:cNvSpPr>
          <p:nvPr>
            <p:ph type="body" idx="1"/>
          </p:nvPr>
        </p:nvSpPr>
        <p:spPr>
          <a:xfrm>
            <a:off x="415600" y="5773325"/>
            <a:ext cx="7998300" cy="635100"/>
          </a:xfrm>
          <a:prstGeom prst="rect">
            <a:avLst/>
          </a:prstGeom>
          <a:noFill/>
          <a:ln>
            <a:noFill/>
          </a:ln>
        </p:spPr>
        <p:txBody>
          <a:bodyPr spcFirstLastPara="1" wrap="square" lIns="121900" tIns="121900" rIns="121900" bIns="121900" anchor="ctr" anchorCtr="0">
            <a:noAutofit/>
          </a:bodyPr>
          <a:lstStyle>
            <a:lvl1pPr marL="457200" lvl="0" indent="-228600" algn="l">
              <a:lnSpc>
                <a:spcPct val="100000"/>
              </a:lnSpc>
              <a:spcBef>
                <a:spcPts val="0"/>
              </a:spcBef>
              <a:spcAft>
                <a:spcPts val="0"/>
              </a:spcAft>
              <a:buSzPts val="2800"/>
              <a:buNone/>
              <a:defRPr/>
            </a:lvl1pPr>
          </a:lstStyle>
          <a:p>
            <a:endParaRPr/>
          </a:p>
        </p:txBody>
      </p:sp>
      <p:sp>
        <p:nvSpPr>
          <p:cNvPr id="65" name="Google Shape;65;p10"/>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68" name="Google Shape;68;p11"/>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Autofit/>
          </a:bodyPr>
          <a:lstStyle>
            <a:lvl1pPr marL="457200" lvl="0" indent="-406400" algn="ctr">
              <a:lnSpc>
                <a:spcPct val="100000"/>
              </a:lnSpc>
              <a:spcBef>
                <a:spcPts val="0"/>
              </a:spcBef>
              <a:spcAft>
                <a:spcPts val="0"/>
              </a:spcAft>
              <a:buSzPts val="2800"/>
              <a:buChar char="●"/>
              <a:defRPr/>
            </a:lvl1pPr>
            <a:lvl2pPr marL="914400" lvl="1" indent="-393700" algn="ctr">
              <a:lnSpc>
                <a:spcPct val="100000"/>
              </a:lnSpc>
              <a:spcBef>
                <a:spcPts val="800"/>
              </a:spcBef>
              <a:spcAft>
                <a:spcPts val="0"/>
              </a:spcAft>
              <a:buSzPts val="2600"/>
              <a:buChar char="○"/>
              <a:defRPr/>
            </a:lvl2pPr>
            <a:lvl3pPr marL="1371600" lvl="2" indent="-381000" algn="ctr">
              <a:lnSpc>
                <a:spcPct val="100000"/>
              </a:lnSpc>
              <a:spcBef>
                <a:spcPts val="800"/>
              </a:spcBef>
              <a:spcAft>
                <a:spcPts val="0"/>
              </a:spcAft>
              <a:buSzPts val="2400"/>
              <a:buChar char="■"/>
              <a:defRPr/>
            </a:lvl3pPr>
            <a:lvl4pPr marL="1828800" lvl="3" indent="-381000" algn="ctr">
              <a:lnSpc>
                <a:spcPct val="100000"/>
              </a:lnSpc>
              <a:spcBef>
                <a:spcPts val="800"/>
              </a:spcBef>
              <a:spcAft>
                <a:spcPts val="0"/>
              </a:spcAft>
              <a:buSzPts val="2400"/>
              <a:buChar char="●"/>
              <a:defRPr/>
            </a:lvl4pPr>
            <a:lvl5pPr marL="2286000" lvl="4" indent="-381000" algn="ctr">
              <a:lnSpc>
                <a:spcPct val="100000"/>
              </a:lnSpc>
              <a:spcBef>
                <a:spcPts val="800"/>
              </a:spcBef>
              <a:spcAft>
                <a:spcPts val="0"/>
              </a:spcAft>
              <a:buSzPts val="2400"/>
              <a:buChar char="○"/>
              <a:defRPr/>
            </a:lvl5pPr>
            <a:lvl6pPr marL="2743200" lvl="5" indent="-381000" algn="ctr">
              <a:lnSpc>
                <a:spcPct val="100000"/>
              </a:lnSpc>
              <a:spcBef>
                <a:spcPts val="800"/>
              </a:spcBef>
              <a:spcAft>
                <a:spcPts val="0"/>
              </a:spcAft>
              <a:buSzPts val="2400"/>
              <a:buChar char="■"/>
              <a:defRPr/>
            </a:lvl6pPr>
            <a:lvl7pPr marL="3200400" lvl="6" indent="-381000" algn="ctr">
              <a:lnSpc>
                <a:spcPct val="100000"/>
              </a:lnSpc>
              <a:spcBef>
                <a:spcPts val="800"/>
              </a:spcBef>
              <a:spcAft>
                <a:spcPts val="0"/>
              </a:spcAft>
              <a:buSzPts val="2400"/>
              <a:buChar char="●"/>
              <a:defRPr/>
            </a:lvl7pPr>
            <a:lvl8pPr marL="3657600" lvl="7" indent="-381000" algn="ctr">
              <a:lnSpc>
                <a:spcPct val="100000"/>
              </a:lnSpc>
              <a:spcBef>
                <a:spcPts val="800"/>
              </a:spcBef>
              <a:spcAft>
                <a:spcPts val="0"/>
              </a:spcAft>
              <a:buSzPts val="2400"/>
              <a:buChar char="○"/>
              <a:defRPr/>
            </a:lvl8pPr>
            <a:lvl9pPr marL="4114800" lvl="8" indent="-381000" algn="ctr">
              <a:lnSpc>
                <a:spcPct val="100000"/>
              </a:lnSpc>
              <a:spcBef>
                <a:spcPts val="800"/>
              </a:spcBef>
              <a:spcAft>
                <a:spcPts val="800"/>
              </a:spcAft>
              <a:buSzPts val="2400"/>
              <a:buChar char="■"/>
              <a:defRPr/>
            </a:lvl9pPr>
          </a:lstStyle>
          <a:p>
            <a:endParaRPr/>
          </a:p>
        </p:txBody>
      </p:sp>
      <p:sp>
        <p:nvSpPr>
          <p:cNvPr id="69" name="Google Shape;69;p11"/>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0"/>
        <p:cNvGrpSpPr/>
        <p:nvPr/>
      </p:nvGrpSpPr>
      <p:grpSpPr>
        <a:xfrm>
          <a:off x="0" y="0"/>
          <a:ext cx="0" cy="0"/>
          <a:chOff x="0" y="0"/>
          <a:chExt cx="0" cy="0"/>
        </a:xfrm>
      </p:grpSpPr>
      <p:sp>
        <p:nvSpPr>
          <p:cNvPr id="71" name="Google Shape;71;p12"/>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2"/>
        <p:cNvGrpSpPr/>
        <p:nvPr/>
      </p:nvGrpSpPr>
      <p:grpSpPr>
        <a:xfrm>
          <a:off x="0" y="0"/>
          <a:ext cx="0" cy="0"/>
          <a:chOff x="0" y="0"/>
          <a:chExt cx="0" cy="0"/>
        </a:xfrm>
      </p:grpSpPr>
      <p:sp>
        <p:nvSpPr>
          <p:cNvPr id="73" name="Google Shape;73;p13"/>
          <p:cNvSpPr txBox="1">
            <a:spLocks noGrp="1"/>
          </p:cNvSpPr>
          <p:nvPr>
            <p:ph type="title"/>
          </p:nvPr>
        </p:nvSpPr>
        <p:spPr>
          <a:xfrm>
            <a:off x="691079" y="725951"/>
            <a:ext cx="10325100" cy="1442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3"/>
          <p:cNvSpPr txBox="1">
            <a:spLocks noGrp="1"/>
          </p:cNvSpPr>
          <p:nvPr>
            <p:ph type="body" idx="1"/>
          </p:nvPr>
        </p:nvSpPr>
        <p:spPr>
          <a:xfrm>
            <a:off x="691079" y="2340131"/>
            <a:ext cx="10325100" cy="3564300"/>
          </a:xfrm>
          <a:prstGeom prst="rect">
            <a:avLst/>
          </a:prstGeom>
          <a:noFill/>
          <a:ln>
            <a:noFill/>
          </a:ln>
        </p:spPr>
        <p:txBody>
          <a:bodyPr spcFirstLastPara="1" wrap="square" lIns="91425" tIns="45700" rIns="91425" bIns="45700" anchor="t" anchorCtr="0">
            <a:normAutofit/>
          </a:bodyPr>
          <a:lstStyle>
            <a:lvl1pPr marL="457200" lvl="0" indent="-314325" algn="l">
              <a:lnSpc>
                <a:spcPct val="110000"/>
              </a:lnSpc>
              <a:spcBef>
                <a:spcPts val="1000"/>
              </a:spcBef>
              <a:spcAft>
                <a:spcPts val="0"/>
              </a:spcAft>
              <a:buSzPts val="1350"/>
              <a:buChar char="▪"/>
              <a:defRPr/>
            </a:lvl1pPr>
            <a:lvl2pPr marL="914400" lvl="1" indent="-314325" algn="l">
              <a:lnSpc>
                <a:spcPct val="110000"/>
              </a:lnSpc>
              <a:spcBef>
                <a:spcPts val="500"/>
              </a:spcBef>
              <a:spcAft>
                <a:spcPts val="0"/>
              </a:spcAft>
              <a:buSzPts val="1350"/>
              <a:buChar char="▪"/>
              <a:defRPr/>
            </a:lvl2pPr>
            <a:lvl3pPr marL="1371600" lvl="2" indent="-314325" algn="l">
              <a:lnSpc>
                <a:spcPct val="110000"/>
              </a:lnSpc>
              <a:spcBef>
                <a:spcPts val="500"/>
              </a:spcBef>
              <a:spcAft>
                <a:spcPts val="0"/>
              </a:spcAft>
              <a:buSzPts val="1350"/>
              <a:buChar char="▪"/>
              <a:defRPr/>
            </a:lvl3pPr>
            <a:lvl4pPr marL="1828800" lvl="3" indent="-314325" algn="l">
              <a:lnSpc>
                <a:spcPct val="110000"/>
              </a:lnSpc>
              <a:spcBef>
                <a:spcPts val="500"/>
              </a:spcBef>
              <a:spcAft>
                <a:spcPts val="0"/>
              </a:spcAft>
              <a:buSzPts val="1350"/>
              <a:buChar char="▪"/>
              <a:defRPr/>
            </a:lvl4pPr>
            <a:lvl5pPr marL="2286000" lvl="4" indent="-314325" algn="l">
              <a:lnSpc>
                <a:spcPct val="110000"/>
              </a:lnSpc>
              <a:spcBef>
                <a:spcPts val="500"/>
              </a:spcBef>
              <a:spcAft>
                <a:spcPts val="0"/>
              </a:spcAft>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3"/>
          <p:cNvSpPr txBox="1">
            <a:spLocks noGrp="1"/>
          </p:cNvSpPr>
          <p:nvPr>
            <p:ph type="sldNum" idx="12"/>
          </p:nvPr>
        </p:nvSpPr>
        <p:spPr>
          <a:xfrm>
            <a:off x="11003649" y="6215870"/>
            <a:ext cx="979200" cy="4170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marR="0" lvl="0"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1pPr>
            <a:lvl2pPr marR="0" lvl="1"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2pPr>
            <a:lvl3pPr marR="0" lvl="2"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3pPr>
            <a:lvl4pPr marR="0" lvl="3"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4pPr>
            <a:lvl5pPr marR="0" lvl="4"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5pPr>
            <a:lvl6pPr marR="0" lvl="5"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6pPr>
            <a:lvl7pPr marR="0" lvl="6"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7pPr>
            <a:lvl8pPr marR="0" lvl="7"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8pPr>
            <a:lvl9pPr marR="0" lvl="8"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9pPr>
          </a:lstStyle>
          <a:p>
            <a:endParaRPr/>
          </a:p>
        </p:txBody>
      </p:sp>
      <p:sp>
        <p:nvSpPr>
          <p:cNvPr id="11" name="Google Shape;11;p1"/>
          <p:cNvSpPr txBox="1">
            <a:spLocks noGrp="1"/>
          </p:cNvSpPr>
          <p:nvPr>
            <p:ph type="body" idx="1"/>
          </p:nvPr>
        </p:nvSpPr>
        <p:spPr>
          <a:xfrm>
            <a:off x="415600" y="1356875"/>
            <a:ext cx="11360700" cy="4748400"/>
          </a:xfrm>
          <a:prstGeom prst="rect">
            <a:avLst/>
          </a:prstGeom>
          <a:noFill/>
          <a:ln>
            <a:noFill/>
          </a:ln>
        </p:spPr>
        <p:txBody>
          <a:bodyPr spcFirstLastPara="1" wrap="square" lIns="121900" tIns="121900" rIns="121900" bIns="121900" anchor="t" anchorCtr="0">
            <a:noAutofit/>
          </a:bodyPr>
          <a:lstStyle>
            <a:lvl1pPr marL="457200" marR="0" lvl="0" indent="-406400" algn="l" rtl="0">
              <a:lnSpc>
                <a:spcPct val="100000"/>
              </a:lnSpc>
              <a:spcBef>
                <a:spcPts val="0"/>
              </a:spcBef>
              <a:spcAft>
                <a:spcPts val="0"/>
              </a:spcAft>
              <a:buClr>
                <a:srgbClr val="000000"/>
              </a:buClr>
              <a:buSzPts val="2800"/>
              <a:buFont typeface="IBM Plex Sans Condensed"/>
              <a:buChar char="●"/>
              <a:defRPr sz="2800" b="0" i="0" u="none" strike="noStrike" cap="none">
                <a:solidFill>
                  <a:srgbClr val="000000"/>
                </a:solidFill>
                <a:latin typeface="IBM Plex Sans Condensed"/>
                <a:ea typeface="IBM Plex Sans Condensed"/>
                <a:cs typeface="IBM Plex Sans Condensed"/>
                <a:sym typeface="IBM Plex Sans Condensed"/>
              </a:defRPr>
            </a:lvl1pPr>
            <a:lvl2pPr marL="914400" marR="0" lvl="1" indent="-393700" algn="l" rtl="0">
              <a:lnSpc>
                <a:spcPct val="100000"/>
              </a:lnSpc>
              <a:spcBef>
                <a:spcPts val="800"/>
              </a:spcBef>
              <a:spcAft>
                <a:spcPts val="0"/>
              </a:spcAft>
              <a:buClr>
                <a:srgbClr val="000000"/>
              </a:buClr>
              <a:buSzPts val="2600"/>
              <a:buFont typeface="IBM Plex Sans Condensed"/>
              <a:buChar char="○"/>
              <a:defRPr sz="2600" b="0" i="0" u="none" strike="noStrike" cap="none">
                <a:solidFill>
                  <a:srgbClr val="000000"/>
                </a:solidFill>
                <a:latin typeface="IBM Plex Sans Condensed"/>
                <a:ea typeface="IBM Plex Sans Condensed"/>
                <a:cs typeface="IBM Plex Sans Condensed"/>
                <a:sym typeface="IBM Plex Sans Condensed"/>
              </a:defRPr>
            </a:lvl2pPr>
            <a:lvl3pPr marL="1371600" marR="0" lvl="2"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3pPr>
            <a:lvl4pPr marL="1828800" marR="0" lvl="3"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4pPr>
            <a:lvl5pPr marL="2286000" marR="0" lvl="4"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5pPr>
            <a:lvl6pPr marL="2743200" marR="0" lvl="5"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6pPr>
            <a:lvl7pPr marL="3200400" marR="0" lvl="6"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7pPr>
            <a:lvl8pPr marL="3657600" marR="0" lvl="7"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8pPr>
            <a:lvl9pPr marL="4114800" marR="0" lvl="8" indent="-381000" algn="l" rtl="0">
              <a:lnSpc>
                <a:spcPct val="100000"/>
              </a:lnSpc>
              <a:spcBef>
                <a:spcPts val="800"/>
              </a:spcBef>
              <a:spcAft>
                <a:spcPts val="80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9pPr>
          </a:lstStyle>
          <a:p>
            <a:endParaRPr/>
          </a:p>
        </p:txBody>
      </p:sp>
      <p:sp>
        <p:nvSpPr>
          <p:cNvPr id="12" name="Google Shape;12;p1"/>
          <p:cNvSpPr/>
          <p:nvPr/>
        </p:nvSpPr>
        <p:spPr>
          <a:xfrm>
            <a:off x="0" y="-9719"/>
            <a:ext cx="12192000" cy="2619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13" name="Google Shape;13;p1"/>
          <p:cNvSpPr/>
          <p:nvPr/>
        </p:nvSpPr>
        <p:spPr>
          <a:xfrm>
            <a:off x="0" y="6615550"/>
            <a:ext cx="12192000" cy="2619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14" name="Google Shape;14;p1"/>
          <p:cNvSpPr/>
          <p:nvPr/>
        </p:nvSpPr>
        <p:spPr>
          <a:xfrm>
            <a:off x="-50" y="6387300"/>
            <a:ext cx="12192000" cy="353400"/>
          </a:xfrm>
          <a:prstGeom prst="roundRect">
            <a:avLst>
              <a:gd name="adj" fmla="val 1666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15" name="Google Shape;15;p1"/>
          <p:cNvSpPr txBox="1"/>
          <p:nvPr/>
        </p:nvSpPr>
        <p:spPr>
          <a:xfrm rot="-462626">
            <a:off x="8825224" y="6371287"/>
            <a:ext cx="1824597" cy="43110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D2AE6C"/>
                </a:solidFill>
                <a:latin typeface="Yellowtail"/>
                <a:ea typeface="Yellowtail"/>
                <a:cs typeface="Yellowtail"/>
                <a:sym typeface="Yellowtail"/>
              </a:rPr>
              <a:t>Excellence &amp; Service</a:t>
            </a:r>
            <a:endParaRPr sz="1600" b="0" i="0" u="none" strike="noStrike" cap="none">
              <a:solidFill>
                <a:srgbClr val="D2AE6C"/>
              </a:solidFill>
              <a:latin typeface="Yellowtail"/>
              <a:ea typeface="Yellowtail"/>
              <a:cs typeface="Yellowtail"/>
              <a:sym typeface="Yellowtail"/>
            </a:endParaRPr>
          </a:p>
        </p:txBody>
      </p:sp>
      <p:sp>
        <p:nvSpPr>
          <p:cNvPr id="16" name="Google Shape;16;p1"/>
          <p:cNvSpPr txBox="1"/>
          <p:nvPr/>
        </p:nvSpPr>
        <p:spPr>
          <a:xfrm rot="1419">
            <a:off x="6067858" y="6448425"/>
            <a:ext cx="29064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400"/>
              <a:buFont typeface="Arial"/>
              <a:buNone/>
            </a:pPr>
            <a:r>
              <a:rPr lang="en-GB" sz="1400" b="0" i="0" u="none" strike="noStrike" cap="none">
                <a:solidFill>
                  <a:srgbClr val="CCCCCC"/>
                </a:solidFill>
                <a:latin typeface="Archivo Narrow"/>
                <a:ea typeface="Archivo Narrow"/>
                <a:cs typeface="Archivo Narrow"/>
                <a:sym typeface="Archivo Narrow"/>
              </a:rPr>
              <a:t>CHRIST (Deemed to be University)</a:t>
            </a:r>
            <a:endParaRPr sz="1400" b="0" i="0" u="none" strike="noStrike" cap="none">
              <a:solidFill>
                <a:srgbClr val="CCCCCC"/>
              </a:solidFill>
              <a:latin typeface="Archivo Narrow"/>
              <a:ea typeface="Archivo Narrow"/>
              <a:cs typeface="Archivo Narrow"/>
              <a:sym typeface="Archivo Narrow"/>
            </a:endParaRPr>
          </a:p>
        </p:txBody>
      </p:sp>
      <p:sp>
        <p:nvSpPr>
          <p:cNvPr id="17" name="Google Shape;17;p1"/>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8" name="Google Shape;18;p1" title="CU logo crest Gold.png"/>
          <p:cNvPicPr preferRelativeResize="0"/>
          <p:nvPr/>
        </p:nvPicPr>
        <p:blipFill>
          <a:blip r:embed="rId14">
            <a:alphaModFix amt="3000"/>
          </a:blip>
          <a:stretch>
            <a:fillRect/>
          </a:stretch>
        </p:blipFill>
        <p:spPr>
          <a:xfrm>
            <a:off x="8140250" y="2136400"/>
            <a:ext cx="3984660" cy="39688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
        <p:cNvGrpSpPr/>
        <p:nvPr/>
      </p:nvGrpSpPr>
      <p:grpSpPr>
        <a:xfrm>
          <a:off x="0" y="0"/>
          <a:ext cx="0" cy="0"/>
          <a:chOff x="0" y="0"/>
          <a:chExt cx="0" cy="0"/>
        </a:xfrm>
      </p:grpSpPr>
      <p:sp>
        <p:nvSpPr>
          <p:cNvPr id="80" name="Google Shape;80;p14"/>
          <p:cNvSpPr txBox="1"/>
          <p:nvPr/>
        </p:nvSpPr>
        <p:spPr>
          <a:xfrm>
            <a:off x="617550" y="2313225"/>
            <a:ext cx="5170800" cy="127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800">
              <a:latin typeface="IBM Plex Sans Condensed"/>
              <a:ea typeface="IBM Plex Sans Condensed"/>
              <a:cs typeface="IBM Plex Sans Condensed"/>
              <a:sym typeface="IBM Plex Sans Condensed"/>
            </a:endParaRPr>
          </a:p>
        </p:txBody>
      </p:sp>
      <p:sp>
        <p:nvSpPr>
          <p:cNvPr id="81" name="Google Shape;81;p14"/>
          <p:cNvSpPr txBox="1">
            <a:spLocks noGrp="1"/>
          </p:cNvSpPr>
          <p:nvPr>
            <p:ph type="ctrTitle"/>
          </p:nvPr>
        </p:nvSpPr>
        <p:spPr>
          <a:xfrm>
            <a:off x="415650" y="2068788"/>
            <a:ext cx="11360700" cy="933300"/>
          </a:xfrm>
          <a:prstGeom prst="rect">
            <a:avLst/>
          </a:prstGeom>
        </p:spPr>
        <p:txBody>
          <a:bodyPr spcFirstLastPara="1" wrap="square" lIns="121900" tIns="121900" rIns="121900" bIns="121900" anchor="b" anchorCtr="0">
            <a:noAutofit/>
          </a:bodyPr>
          <a:lstStyle/>
          <a:p>
            <a:pPr lvl="0"/>
            <a:r>
              <a:rPr lang="en-US" dirty="0"/>
              <a:t>Arkana - Grounded AI for Historical and Cultural Exploration</a:t>
            </a:r>
            <a:endParaRPr dirty="0"/>
          </a:p>
        </p:txBody>
      </p:sp>
      <p:sp>
        <p:nvSpPr>
          <p:cNvPr id="82" name="Google Shape;82;p14"/>
          <p:cNvSpPr txBox="1">
            <a:spLocks noGrp="1"/>
          </p:cNvSpPr>
          <p:nvPr>
            <p:ph type="subTitle" idx="1"/>
          </p:nvPr>
        </p:nvSpPr>
        <p:spPr>
          <a:xfrm>
            <a:off x="397302" y="2777657"/>
            <a:ext cx="11360700" cy="23640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None/>
            </a:pPr>
            <a:r>
              <a:rPr lang="en-GB" dirty="0"/>
              <a:t>Specialization Project Presentation</a:t>
            </a:r>
            <a:endParaRPr dirty="0"/>
          </a:p>
          <a:p>
            <a:pPr marL="0" lvl="0" indent="0" algn="ctr" rtl="0">
              <a:spcBef>
                <a:spcPts val="0"/>
              </a:spcBef>
              <a:spcAft>
                <a:spcPts val="0"/>
              </a:spcAft>
              <a:buNone/>
            </a:pPr>
            <a:r>
              <a:rPr lang="en-GB" sz="2200" dirty="0"/>
              <a:t>By</a:t>
            </a:r>
            <a:endParaRPr sz="2200" dirty="0"/>
          </a:p>
          <a:p>
            <a:pPr marL="457200" lvl="0" indent="-368300" algn="ctr" rtl="0">
              <a:spcBef>
                <a:spcPts val="0"/>
              </a:spcBef>
              <a:spcAft>
                <a:spcPts val="0"/>
              </a:spcAft>
              <a:buNone/>
            </a:pPr>
            <a:r>
              <a:rPr lang="en-GB" sz="2200" dirty="0"/>
              <a:t>Abhishek Singh (2547103), Arjit Singhal (2547113), Nilesh Gupta(2547138)</a:t>
            </a:r>
            <a:endParaRPr sz="2200" dirty="0"/>
          </a:p>
          <a:p>
            <a:pPr marL="457200" lvl="0" indent="-368300" algn="ctr" rtl="0">
              <a:spcBef>
                <a:spcPts val="0"/>
              </a:spcBef>
              <a:spcAft>
                <a:spcPts val="0"/>
              </a:spcAft>
              <a:buNone/>
            </a:pPr>
            <a:endParaRPr sz="2200" dirty="0"/>
          </a:p>
          <a:p>
            <a:pPr marL="457200" lvl="0" indent="-368300" algn="ctr" rtl="0">
              <a:spcBef>
                <a:spcPts val="0"/>
              </a:spcBef>
              <a:spcAft>
                <a:spcPts val="0"/>
              </a:spcAft>
              <a:buNone/>
            </a:pPr>
            <a:r>
              <a:rPr lang="en-GB" sz="2200" dirty="0"/>
              <a:t>Project Guide</a:t>
            </a:r>
            <a:endParaRPr sz="2200" dirty="0"/>
          </a:p>
          <a:p>
            <a:pPr marL="457200" lvl="0" indent="-368300" algn="ctr" rtl="0">
              <a:spcBef>
                <a:spcPts val="0"/>
              </a:spcBef>
              <a:spcAft>
                <a:spcPts val="0"/>
              </a:spcAft>
              <a:buNone/>
            </a:pPr>
            <a:r>
              <a:rPr lang="en-GB" sz="2200" b="1" dirty="0"/>
              <a:t>Dr. </a:t>
            </a:r>
            <a:r>
              <a:rPr lang="en-US" sz="2200" b="1" dirty="0"/>
              <a:t>Kavitha R</a:t>
            </a:r>
            <a:endParaRPr sz="2200" b="1" dirty="0"/>
          </a:p>
          <a:p>
            <a:pPr marL="457200" lvl="0" indent="-368300" algn="ctr" rtl="0">
              <a:spcBef>
                <a:spcPts val="0"/>
              </a:spcBef>
              <a:spcAft>
                <a:spcPts val="0"/>
              </a:spcAft>
              <a:buClr>
                <a:schemeClr val="dk1"/>
              </a:buClr>
              <a:buSzPts val="2800"/>
              <a:buFont typeface="Arial"/>
              <a:buNone/>
            </a:pPr>
            <a:endParaRPr sz="2800" dirty="0"/>
          </a:p>
        </p:txBody>
      </p:sp>
      <p:sp>
        <p:nvSpPr>
          <p:cNvPr id="83" name="Google Shape;83;p14"/>
          <p:cNvSpPr txBox="1">
            <a:spLocks noGrp="1"/>
          </p:cNvSpPr>
          <p:nvPr>
            <p:ph type="subTitle" idx="1"/>
          </p:nvPr>
        </p:nvSpPr>
        <p:spPr>
          <a:xfrm>
            <a:off x="547325" y="5078326"/>
            <a:ext cx="11360700" cy="7722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Clr>
                <a:schemeClr val="dk1"/>
              </a:buClr>
              <a:buSzPts val="1800"/>
              <a:buFont typeface="Archivo Narrow"/>
              <a:buNone/>
            </a:pPr>
            <a:r>
              <a:rPr lang="en-GB" sz="2200" b="1"/>
              <a:t>Department of Computer Science</a:t>
            </a:r>
            <a:endParaRPr sz="2200" b="1"/>
          </a:p>
          <a:p>
            <a:pPr marL="457200" lvl="0" indent="-368300" algn="ctr" rtl="0">
              <a:lnSpc>
                <a:spcPct val="80000"/>
              </a:lnSpc>
              <a:spcBef>
                <a:spcPts val="0"/>
              </a:spcBef>
              <a:spcAft>
                <a:spcPts val="0"/>
              </a:spcAft>
              <a:buClr>
                <a:schemeClr val="dk1"/>
              </a:buClr>
              <a:buSzPts val="2800"/>
              <a:buFont typeface="Archivo Narrow"/>
              <a:buNone/>
            </a:pPr>
            <a:r>
              <a:rPr lang="en-GB" sz="2200" b="1"/>
              <a:t>CHRIST(Deemed to be University), Bengaluru-29</a:t>
            </a:r>
            <a:endParaRPr sz="2200" b="1"/>
          </a:p>
          <a:p>
            <a:pPr marL="457200" lvl="0" indent="-368300" algn="ctr" rtl="0">
              <a:spcBef>
                <a:spcPts val="0"/>
              </a:spcBef>
              <a:spcAft>
                <a:spcPts val="0"/>
              </a:spcAft>
              <a:buNone/>
            </a:pPr>
            <a:endParaRPr sz="2200" b="1"/>
          </a:p>
          <a:p>
            <a:pPr marL="457200" lvl="0" indent="-368300" algn="ctr" rtl="0">
              <a:spcBef>
                <a:spcPts val="0"/>
              </a:spcBef>
              <a:spcAft>
                <a:spcPts val="0"/>
              </a:spcAft>
              <a:buNone/>
            </a:pPr>
            <a:endParaRPr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5"/>
          <p:cNvSpPr txBox="1">
            <a:spLocks noGrp="1"/>
          </p:cNvSpPr>
          <p:nvPr>
            <p:ph type="title"/>
          </p:nvPr>
        </p:nvSpPr>
        <p:spPr>
          <a:xfrm>
            <a:off x="415650" y="406187"/>
            <a:ext cx="11360700" cy="7635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None/>
            </a:pPr>
            <a:r>
              <a:rPr lang="en-US" sz="3200" b="1" dirty="0"/>
              <a:t>Introduction</a:t>
            </a:r>
          </a:p>
        </p:txBody>
      </p:sp>
      <p:sp>
        <p:nvSpPr>
          <p:cNvPr id="90" name="Google Shape;90;p15"/>
          <p:cNvSpPr txBox="1">
            <a:spLocks noGrp="1"/>
          </p:cNvSpPr>
          <p:nvPr>
            <p:ph type="body" idx="1"/>
          </p:nvPr>
        </p:nvSpPr>
        <p:spPr>
          <a:xfrm>
            <a:off x="0" y="1177094"/>
            <a:ext cx="5448300" cy="4672200"/>
          </a:xfrm>
          <a:prstGeom prst="rect">
            <a:avLst/>
          </a:prstGeom>
        </p:spPr>
        <p:txBody>
          <a:bodyPr spcFirstLastPara="1" wrap="square" lIns="121900" tIns="121900" rIns="121900" bIns="121900" anchor="t" anchorCtr="0">
            <a:noAutofit/>
          </a:bodyPr>
          <a:lstStyle/>
          <a:p>
            <a:r>
              <a:rPr lang="en-IN" sz="1600" b="1" dirty="0">
                <a:latin typeface="Times New Roman" panose="02020603050405020304" pitchFamily="18" charset="0"/>
                <a:cs typeface="Times New Roman" panose="02020603050405020304" pitchFamily="18" charset="0"/>
              </a:rPr>
              <a:t>Arkana</a:t>
            </a:r>
            <a:r>
              <a:rPr lang="en-IN" sz="1600" dirty="0">
                <a:latin typeface="Times New Roman" panose="02020603050405020304" pitchFamily="18" charset="0"/>
                <a:cs typeface="Times New Roman" panose="02020603050405020304" pitchFamily="18" charset="0"/>
              </a:rPr>
              <a:t> is an AI-powered Retrieval-Augmented Generation (RAG) platform designed to make India's vast historical, cultural, and architectural heritage accessible through accurate, citation-backed conversations and an interactive geographic atlas. </a:t>
            </a:r>
          </a:p>
          <a:p>
            <a:r>
              <a:rPr lang="en-IN" sz="1600" dirty="0">
                <a:latin typeface="Times New Roman" panose="02020603050405020304" pitchFamily="18" charset="0"/>
                <a:cs typeface="Times New Roman" panose="02020603050405020304" pitchFamily="18" charset="0"/>
              </a:rPr>
              <a:t>India is home to more than </a:t>
            </a:r>
            <a:r>
              <a:rPr lang="en-IN" sz="1600" b="1" dirty="0">
                <a:latin typeface="Times New Roman" panose="02020603050405020304" pitchFamily="18" charset="0"/>
                <a:cs typeface="Times New Roman" panose="02020603050405020304" pitchFamily="18" charset="0"/>
              </a:rPr>
              <a:t>37,000 documented monuments and heritage sites</a:t>
            </a:r>
            <a:r>
              <a:rPr lang="en-IN" sz="1600" dirty="0">
                <a:latin typeface="Times New Roman" panose="02020603050405020304" pitchFamily="18" charset="0"/>
                <a:cs typeface="Times New Roman" panose="02020603050405020304" pitchFamily="18" charset="0"/>
              </a:rPr>
              <a:t>, along with thousands of traditional art forms, archaeological records, museum collections, and historical manuscripts. </a:t>
            </a:r>
          </a:p>
          <a:p>
            <a:r>
              <a:rPr lang="en-IN" sz="1600" dirty="0">
                <a:latin typeface="Times New Roman" panose="02020603050405020304" pitchFamily="18" charset="0"/>
                <a:cs typeface="Times New Roman" panose="02020603050405020304" pitchFamily="18" charset="0"/>
              </a:rPr>
              <a:t>However, this information is dispersed across numerous repositories, including government archives, museum collections, with each source varying in structure, completeness, and accessibility. </a:t>
            </a:r>
          </a:p>
          <a:p>
            <a:r>
              <a:rPr lang="en-IN" sz="1600" dirty="0">
                <a:latin typeface="Times New Roman" panose="02020603050405020304" pitchFamily="18" charset="0"/>
                <a:cs typeface="Times New Roman" panose="02020603050405020304" pitchFamily="18" charset="0"/>
              </a:rPr>
              <a:t>As a result, obtaining comprehensive and reliable information often requires consulting multiple independent resources, making heritage exploration difficult for researchers, students, and the general public.</a:t>
            </a:r>
          </a:p>
        </p:txBody>
      </p:sp>
      <p:sp>
        <p:nvSpPr>
          <p:cNvPr id="91" name="Google Shape;91;p15"/>
          <p:cNvSpPr txBox="1">
            <a:spLocks noGrp="1"/>
          </p:cNvSpPr>
          <p:nvPr>
            <p:ph type="sldNum" idx="12"/>
          </p:nvPr>
        </p:nvSpPr>
        <p:spPr>
          <a:xfrm>
            <a:off x="11220400" y="6408364"/>
            <a:ext cx="731700" cy="401400"/>
          </a:xfrm>
          <a:prstGeom prst="rect">
            <a:avLst/>
          </a:prstGeom>
        </p:spPr>
        <p:txBody>
          <a:bodyPr spcFirstLastPara="1" wrap="square" lIns="121900" tIns="121900" rIns="121900" bIns="1219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GB"/>
              <a:t>2</a:t>
            </a:fld>
            <a:endParaRPr/>
          </a:p>
        </p:txBody>
      </p:sp>
      <p:pic>
        <p:nvPicPr>
          <p:cNvPr id="3" name="Picture 2">
            <a:extLst>
              <a:ext uri="{FF2B5EF4-FFF2-40B4-BE49-F238E27FC236}">
                <a16:creationId xmlns:a16="http://schemas.microsoft.com/office/drawing/2014/main" id="{A0D636F4-B218-166C-6B6A-E4C2C333FE78}"/>
              </a:ext>
            </a:extLst>
          </p:cNvPr>
          <p:cNvPicPr>
            <a:picLocks noChangeAspect="1"/>
          </p:cNvPicPr>
          <p:nvPr/>
        </p:nvPicPr>
        <p:blipFill>
          <a:blip r:embed="rId3"/>
          <a:stretch>
            <a:fillRect/>
          </a:stretch>
        </p:blipFill>
        <p:spPr>
          <a:xfrm>
            <a:off x="5409741" y="1051756"/>
            <a:ext cx="6743700" cy="46291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6"/>
          <p:cNvSpPr txBox="1">
            <a:spLocks noGrp="1"/>
          </p:cNvSpPr>
          <p:nvPr>
            <p:ph type="title"/>
          </p:nvPr>
        </p:nvSpPr>
        <p:spPr>
          <a:xfrm>
            <a:off x="415600" y="491767"/>
            <a:ext cx="11360700" cy="7635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None/>
            </a:pPr>
            <a:r>
              <a:rPr lang="en-US" sz="3200" b="1">
                <a:latin typeface="Times New Roman" panose="02020603050405020304" pitchFamily="18" charset="0"/>
                <a:cs typeface="Times New Roman" panose="02020603050405020304" pitchFamily="18" charset="0"/>
              </a:rPr>
              <a:t>Analysis Phase</a:t>
            </a:r>
          </a:p>
        </p:txBody>
      </p:sp>
      <p:sp>
        <p:nvSpPr>
          <p:cNvPr id="98" name="Google Shape;98;p16"/>
          <p:cNvSpPr txBox="1">
            <a:spLocks noGrp="1"/>
          </p:cNvSpPr>
          <p:nvPr>
            <p:ph type="body" idx="1"/>
          </p:nvPr>
        </p:nvSpPr>
        <p:spPr>
          <a:xfrm>
            <a:off x="415600" y="1419388"/>
            <a:ext cx="11360700" cy="4672200"/>
          </a:xfrm>
          <a:prstGeom prst="rect">
            <a:avLst/>
          </a:prstGeom>
        </p:spPr>
        <p:txBody>
          <a:bodyPr spcFirstLastPara="1" wrap="square" lIns="121900" tIns="121900" rIns="121900" bIns="121900" anchor="t" anchorCtr="0">
            <a:noAutofit/>
          </a:bodyPr>
          <a:lstStyle/>
          <a:p>
            <a:pPr marL="285750" indent="-285750">
              <a:spcAft>
                <a:spcPts val="100"/>
              </a:spcAft>
            </a:pPr>
            <a:r>
              <a:rPr lang="en-US" sz="1800" b="1" dirty="0">
                <a:latin typeface="Times New Roman" panose="02020603050405020304" pitchFamily="18" charset="0"/>
                <a:cs typeface="Times New Roman" panose="02020603050405020304" pitchFamily="18" charset="0"/>
              </a:rPr>
              <a:t>Study of Existing System: </a:t>
            </a:r>
            <a:r>
              <a:rPr lang="en-US" sz="1800" dirty="0">
                <a:latin typeface="Times New Roman" panose="02020603050405020304" pitchFamily="18" charset="0"/>
                <a:cs typeface="Times New Roman" panose="02020603050405020304" pitchFamily="18" charset="0"/>
              </a:rPr>
              <a:t>Existing platforms (ASI website, Wikipedia, Google Arts &amp; Culture) offer fragmented, unverified information about Indian heritage sites. None provide grounded, citation-backed conversational access. AI systems like ChatGPT hallucinate heritage facts without citing verified sources.</a:t>
            </a:r>
          </a:p>
          <a:p>
            <a:pPr marL="285750" indent="-285750">
              <a:spcBef>
                <a:spcPts val="100"/>
              </a:spcBef>
              <a:spcAft>
                <a:spcPts val="100"/>
              </a:spcAft>
            </a:pPr>
            <a:r>
              <a:rPr lang="en-US" sz="1800" b="1" dirty="0">
                <a:latin typeface="Times New Roman" panose="02020603050405020304" pitchFamily="18" charset="0"/>
                <a:cs typeface="Times New Roman" panose="02020603050405020304" pitchFamily="18" charset="0"/>
              </a:rPr>
              <a:t>Limitations of Existing System: </a:t>
            </a:r>
            <a:r>
              <a:rPr lang="en-US" sz="1800" dirty="0">
                <a:latin typeface="Times New Roman" panose="02020603050405020304" pitchFamily="18" charset="0"/>
                <a:cs typeface="Times New Roman" panose="02020603050405020304" pitchFamily="18" charset="0"/>
              </a:rPr>
              <a:t>No citation-grounded answers; information scattered across 37,000+ sites; no geographic atlas integration; no natural-language query support; AI hallucination without verified retrieval; no machine-readable unified knowledge base.</a:t>
            </a:r>
          </a:p>
          <a:p>
            <a:pPr marL="285750" indent="-285750">
              <a:spcBef>
                <a:spcPts val="100"/>
              </a:spcBef>
              <a:spcAft>
                <a:spcPts val="100"/>
              </a:spcAft>
            </a:pPr>
            <a:r>
              <a:rPr lang="en-US" sz="1800" b="1" dirty="0">
                <a:latin typeface="Times New Roman" panose="02020603050405020304" pitchFamily="18" charset="0"/>
                <a:cs typeface="Times New Roman" panose="02020603050405020304" pitchFamily="18" charset="0"/>
              </a:rPr>
              <a:t>Features of Proposed System: </a:t>
            </a:r>
            <a:r>
              <a:rPr lang="en-US" sz="1800" dirty="0">
                <a:latin typeface="Times New Roman" panose="02020603050405020304" pitchFamily="18" charset="0"/>
                <a:cs typeface="Times New Roman" panose="02020603050405020304" pitchFamily="18" charset="0"/>
              </a:rPr>
              <a:t>RAG-powered conversational Q&amp;A with source citations; interactive Leaflet.js heritage atlas; unified data from </a:t>
            </a:r>
            <a:r>
              <a:rPr lang="en-US" sz="1800" dirty="0" err="1">
                <a:latin typeface="Times New Roman" panose="02020603050405020304" pitchFamily="18" charset="0"/>
                <a:cs typeface="Times New Roman" panose="02020603050405020304" pitchFamily="18" charset="0"/>
              </a:rPr>
              <a:t>Wikidata</a:t>
            </a:r>
            <a:r>
              <a:rPr lang="en-US" sz="1800" dirty="0">
                <a:latin typeface="Times New Roman" panose="02020603050405020304" pitchFamily="18" charset="0"/>
                <a:cs typeface="Times New Roman" panose="02020603050405020304" pitchFamily="18" charset="0"/>
              </a:rPr>
              <a:t>, Wikipedia, UNESCO, OSM; semantic chunking and hybrid vector + FTS retrieval; image-based artifact identification via CLIP; grounded LLM responses.</a:t>
            </a:r>
          </a:p>
          <a:p>
            <a:pPr marL="285750" indent="-285750">
              <a:spcBef>
                <a:spcPts val="100"/>
              </a:spcBef>
              <a:spcAft>
                <a:spcPts val="100"/>
              </a:spcAft>
            </a:pPr>
            <a:r>
              <a:rPr lang="en-US" sz="1800" b="1" dirty="0">
                <a:latin typeface="Times New Roman" panose="02020603050405020304" pitchFamily="18" charset="0"/>
                <a:cs typeface="Times New Roman" panose="02020603050405020304" pitchFamily="18" charset="0"/>
              </a:rPr>
              <a:t>Functional Requirements: </a:t>
            </a:r>
            <a:r>
              <a:rPr lang="en-US" sz="1800" dirty="0">
                <a:latin typeface="Times New Roman" panose="02020603050405020304" pitchFamily="18" charset="0"/>
                <a:cs typeface="Times New Roman" panose="02020603050405020304" pitchFamily="18" charset="0"/>
              </a:rPr>
              <a:t>Natural language Q&amp;A on heritage sites; geographic map exploration; citation-linked answers; image-based artifact search; multi-source data ingestion (</a:t>
            </a:r>
            <a:r>
              <a:rPr lang="en-US" sz="1800" dirty="0" err="1">
                <a:latin typeface="Times New Roman" panose="02020603050405020304" pitchFamily="18" charset="0"/>
                <a:cs typeface="Times New Roman" panose="02020603050405020304" pitchFamily="18" charset="0"/>
              </a:rPr>
              <a:t>Wikidata</a:t>
            </a:r>
            <a:r>
              <a:rPr lang="en-US" sz="1800" dirty="0">
                <a:latin typeface="Times New Roman" panose="02020603050405020304" pitchFamily="18" charset="0"/>
                <a:cs typeface="Times New Roman" panose="02020603050405020304" pitchFamily="18" charset="0"/>
              </a:rPr>
              <a:t>, Wikipedia, UNESCO, OSM); streamed LLM responses.</a:t>
            </a:r>
          </a:p>
          <a:p>
            <a:pPr marL="285750" indent="-285750">
              <a:spcBef>
                <a:spcPts val="100"/>
              </a:spcBef>
            </a:pPr>
            <a:r>
              <a:rPr lang="en-US" sz="1800" b="1" dirty="0">
                <a:latin typeface="Times New Roman" panose="02020603050405020304" pitchFamily="18" charset="0"/>
                <a:cs typeface="Times New Roman" panose="02020603050405020304" pitchFamily="18" charset="0"/>
              </a:rPr>
              <a:t>Non-Functional Requirements: </a:t>
            </a:r>
            <a:r>
              <a:rPr lang="en-US" sz="1800" dirty="0">
                <a:latin typeface="Times New Roman" panose="02020603050405020304" pitchFamily="18" charset="0"/>
                <a:cs typeface="Times New Roman" panose="02020603050405020304" pitchFamily="18" charset="0"/>
              </a:rPr>
              <a:t>RAG retrieval latency p50 &lt; 4 seconds; supports ~37,000 heritage site records; open-licensed data only (CC BY-SA, CC0, </a:t>
            </a:r>
            <a:r>
              <a:rPr lang="en-US" sz="1800" dirty="0" err="1">
                <a:latin typeface="Times New Roman" panose="02020603050405020304" pitchFamily="18" charset="0"/>
                <a:cs typeface="Times New Roman" panose="02020603050405020304" pitchFamily="18" charset="0"/>
              </a:rPr>
              <a:t>ODbL</a:t>
            </a:r>
            <a:r>
              <a:rPr lang="en-US" sz="1800" dirty="0">
                <a:latin typeface="Times New Roman" panose="02020603050405020304" pitchFamily="18" charset="0"/>
                <a:cs typeface="Times New Roman" panose="02020603050405020304" pitchFamily="18" charset="0"/>
              </a:rPr>
              <a:t>); scalable </a:t>
            </a:r>
            <a:r>
              <a:rPr lang="en-US" sz="1800" dirty="0" err="1">
                <a:latin typeface="Times New Roman" panose="02020603050405020304" pitchFamily="18" charset="0"/>
                <a:cs typeface="Times New Roman" panose="02020603050405020304" pitchFamily="18" charset="0"/>
              </a:rPr>
              <a:t>containerised</a:t>
            </a:r>
            <a:r>
              <a:rPr lang="en-US" sz="1800" dirty="0">
                <a:latin typeface="Times New Roman" panose="02020603050405020304" pitchFamily="18" charset="0"/>
                <a:cs typeface="Times New Roman" panose="02020603050405020304" pitchFamily="18" charset="0"/>
              </a:rPr>
              <a:t> deployment (Docker); retrieval precision &gt;85% on golden test set; zero hallucination guarantee via citation grounding.</a:t>
            </a:r>
          </a:p>
        </p:txBody>
      </p:sp>
      <p:sp>
        <p:nvSpPr>
          <p:cNvPr id="99" name="Google Shape;99;p16"/>
          <p:cNvSpPr txBox="1">
            <a:spLocks noGrp="1"/>
          </p:cNvSpPr>
          <p:nvPr>
            <p:ph type="sldNum" idx="12"/>
          </p:nvPr>
        </p:nvSpPr>
        <p:spPr>
          <a:xfrm>
            <a:off x="11220400" y="6408364"/>
            <a:ext cx="731700" cy="401400"/>
          </a:xfrm>
          <a:prstGeom prst="rect">
            <a:avLst/>
          </a:prstGeom>
        </p:spPr>
        <p:txBody>
          <a:bodyPr spcFirstLastPara="1" wrap="square" lIns="121900" tIns="121900" rIns="121900" bIns="1219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GB">
                <a:latin typeface="Times New Roman" panose="02020603050405020304" pitchFamily="18" charset="0"/>
                <a:cs typeface="Times New Roman" panose="02020603050405020304" pitchFamily="18" charset="0"/>
              </a:rPr>
              <a:t>3</a:t>
            </a:fld>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FAA7C-B6BC-FC60-ECC4-F74AB59B45C2}"/>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CBA94B6-54ED-9169-55F1-28678420A40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A49FEBB-CACC-D4E8-0E32-AD3DAAA617F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a:t>
            </a:fld>
            <a:endParaRPr lang="en-GB"/>
          </a:p>
        </p:txBody>
      </p:sp>
      <p:pic>
        <p:nvPicPr>
          <p:cNvPr id="8" name="Picture 7">
            <a:extLst>
              <a:ext uri="{FF2B5EF4-FFF2-40B4-BE49-F238E27FC236}">
                <a16:creationId xmlns:a16="http://schemas.microsoft.com/office/drawing/2014/main" id="{263B94BB-A830-72EB-FFFB-AAF3D7C375C8}"/>
              </a:ext>
            </a:extLst>
          </p:cNvPr>
          <p:cNvPicPr>
            <a:picLocks noChangeAspect="1"/>
          </p:cNvPicPr>
          <p:nvPr/>
        </p:nvPicPr>
        <p:blipFill>
          <a:blip r:embed="rId2"/>
          <a:stretch>
            <a:fillRect/>
          </a:stretch>
        </p:blipFill>
        <p:spPr>
          <a:xfrm>
            <a:off x="1473965" y="155058"/>
            <a:ext cx="9244070" cy="6547883"/>
          </a:xfrm>
          <a:prstGeom prst="rect">
            <a:avLst/>
          </a:prstGeom>
        </p:spPr>
      </p:pic>
    </p:spTree>
    <p:extLst>
      <p:ext uri="{BB962C8B-B14F-4D97-AF65-F5344CB8AC3E}">
        <p14:creationId xmlns:p14="http://schemas.microsoft.com/office/powerpoint/2010/main" val="725216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18A1B-5C6B-8FFF-C4AC-3285ADB6BA8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Goal</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14EE6FA-728F-D313-AFD3-24764CC65F9B}"/>
              </a:ext>
            </a:extLst>
          </p:cNvPr>
          <p:cNvSpPr>
            <a:spLocks noGrp="1"/>
          </p:cNvSpPr>
          <p:nvPr>
            <p:ph type="body" idx="1"/>
          </p:nvPr>
        </p:nvSpPr>
        <p:spPr/>
        <p:txBody>
          <a:bodyPr/>
          <a:lstStyle/>
          <a:p>
            <a:r>
              <a:rPr lang="en-IN" sz="2000" dirty="0">
                <a:latin typeface="Times New Roman" panose="02020603050405020304" pitchFamily="18" charset="0"/>
                <a:cs typeface="Times New Roman" panose="02020603050405020304" pitchFamily="18" charset="0"/>
              </a:rPr>
              <a:t>The primary goal of </a:t>
            </a:r>
            <a:r>
              <a:rPr lang="en-IN" sz="2000" b="1" dirty="0">
                <a:latin typeface="Times New Roman" panose="02020603050405020304" pitchFamily="18" charset="0"/>
                <a:cs typeface="Times New Roman" panose="02020603050405020304" pitchFamily="18" charset="0"/>
              </a:rPr>
              <a:t>Arkana</a:t>
            </a:r>
            <a:r>
              <a:rPr lang="en-IN" sz="2000" dirty="0">
                <a:latin typeface="Times New Roman" panose="02020603050405020304" pitchFamily="18" charset="0"/>
                <a:cs typeface="Times New Roman" panose="02020603050405020304" pitchFamily="18" charset="0"/>
              </a:rPr>
              <a:t> is to develop a publicly accessible AI-powered platform that enables users to explore India's rich historical and cultural heritage through natural-language conversations. </a:t>
            </a:r>
          </a:p>
          <a:p>
            <a:r>
              <a:rPr lang="en-IN" sz="2000" dirty="0">
                <a:latin typeface="Times New Roman" panose="02020603050405020304" pitchFamily="18" charset="0"/>
                <a:cs typeface="Times New Roman" panose="02020603050405020304" pitchFamily="18" charset="0"/>
              </a:rPr>
              <a:t>Instead of requiring users to manually search across multiple websites and archives, the platform allows them to ask questions about monuments, heritage sites, traditional art forms, and cultural practices in plain language. </a:t>
            </a:r>
          </a:p>
          <a:p>
            <a:r>
              <a:rPr lang="en-IN" sz="2000" dirty="0">
                <a:latin typeface="Times New Roman" panose="02020603050405020304" pitchFamily="18" charset="0"/>
                <a:cs typeface="Times New Roman" panose="02020603050405020304" pitchFamily="18" charset="0"/>
              </a:rPr>
              <a:t>Using a Retrieval-Augmented Generation (RAG) architecture, Arkana retrieves relevant information from verified sources such as </a:t>
            </a:r>
            <a:r>
              <a:rPr lang="en-IN" sz="2000" b="1" dirty="0">
                <a:latin typeface="Times New Roman" panose="02020603050405020304" pitchFamily="18" charset="0"/>
                <a:cs typeface="Times New Roman" panose="02020603050405020304" pitchFamily="18" charset="0"/>
              </a:rPr>
              <a:t>Wikipedia, </a:t>
            </a:r>
            <a:r>
              <a:rPr lang="en-IN" sz="2000" b="1" dirty="0" err="1">
                <a:latin typeface="Times New Roman" panose="02020603050405020304" pitchFamily="18" charset="0"/>
                <a:cs typeface="Times New Roman" panose="02020603050405020304" pitchFamily="18" charset="0"/>
              </a:rPr>
              <a:t>Wikidata</a:t>
            </a:r>
            <a:r>
              <a:rPr lang="en-IN" sz="2000" b="1" dirty="0">
                <a:latin typeface="Times New Roman" panose="02020603050405020304" pitchFamily="18" charset="0"/>
                <a:cs typeface="Times New Roman" panose="02020603050405020304" pitchFamily="18" charset="0"/>
              </a:rPr>
              <a:t>, UNESCO, and OpenStreetMap (OSM)</a:t>
            </a:r>
            <a:r>
              <a:rPr lang="en-IN" sz="2000" dirty="0">
                <a:latin typeface="Times New Roman" panose="02020603050405020304" pitchFamily="18" charset="0"/>
                <a:cs typeface="Times New Roman" panose="02020603050405020304" pitchFamily="18" charset="0"/>
              </a:rPr>
              <a:t> before generating a response. Every answer is accompanied by citations, ensuring transparency, traceability, and factual accuracy. </a:t>
            </a:r>
          </a:p>
          <a:p>
            <a:r>
              <a:rPr lang="en-IN" sz="2000" dirty="0">
                <a:latin typeface="Times New Roman" panose="02020603050405020304" pitchFamily="18" charset="0"/>
                <a:cs typeface="Times New Roman" panose="02020603050405020304" pitchFamily="18" charset="0"/>
              </a:rPr>
              <a:t>The platform also integrates an interactive geographic atlas, allowing users to visually explore heritage locations and discover related cultural information. </a:t>
            </a:r>
          </a:p>
          <a:p>
            <a:r>
              <a:rPr lang="en-IN" sz="2000" dirty="0">
                <a:latin typeface="Times New Roman" panose="02020603050405020304" pitchFamily="18" charset="0"/>
                <a:cs typeface="Times New Roman" panose="02020603050405020304" pitchFamily="18" charset="0"/>
              </a:rPr>
              <a:t>Ultimately, Arkana aims to make India's heritage more accessible, trustworthy, and engaging for students, researchers, tourists, and the general public.</a:t>
            </a:r>
          </a:p>
        </p:txBody>
      </p:sp>
      <p:sp>
        <p:nvSpPr>
          <p:cNvPr id="4" name="Slide Number Placeholder 3">
            <a:extLst>
              <a:ext uri="{FF2B5EF4-FFF2-40B4-BE49-F238E27FC236}">
                <a16:creationId xmlns:a16="http://schemas.microsoft.com/office/drawing/2014/main" id="{38F9BD90-211D-F99E-9CE6-C474FD38E5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Times New Roman" panose="02020603050405020304" pitchFamily="18" charset="0"/>
                <a:cs typeface="Times New Roman" panose="02020603050405020304" pitchFamily="18" charset="0"/>
              </a:rPr>
              <a:t>5</a:t>
            </a:fld>
            <a:endParaRPr lang="en-GB">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9635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5"/>
          <p:cNvSpPr txBox="1">
            <a:spLocks noGrp="1"/>
          </p:cNvSpPr>
          <p:nvPr>
            <p:ph type="title"/>
          </p:nvPr>
        </p:nvSpPr>
        <p:spPr>
          <a:xfrm>
            <a:off x="415600" y="491767"/>
            <a:ext cx="11360700" cy="7635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None/>
            </a:pPr>
            <a:r>
              <a:rPr lang="en-US" sz="3200" b="1">
                <a:latin typeface="Times New Roman" panose="02020603050405020304" pitchFamily="18" charset="0"/>
                <a:cs typeface="Times New Roman" panose="02020603050405020304" pitchFamily="18" charset="0"/>
              </a:rPr>
              <a:t>Design Phase</a:t>
            </a:r>
          </a:p>
        </p:txBody>
      </p:sp>
      <p:sp>
        <p:nvSpPr>
          <p:cNvPr id="90" name="Google Shape;90;p15"/>
          <p:cNvSpPr txBox="1">
            <a:spLocks noGrp="1"/>
          </p:cNvSpPr>
          <p:nvPr>
            <p:ph type="body" idx="1"/>
          </p:nvPr>
        </p:nvSpPr>
        <p:spPr>
          <a:xfrm>
            <a:off x="-19567" y="1143967"/>
            <a:ext cx="5428849" cy="4672200"/>
          </a:xfrm>
          <a:prstGeom prst="rect">
            <a:avLst/>
          </a:prstGeom>
        </p:spPr>
        <p:txBody>
          <a:bodyPr spcFirstLastPara="1" wrap="square" lIns="121900" tIns="121900" rIns="121900" bIns="121900" anchor="t" anchorCtr="0">
            <a:noAutofit/>
          </a:bodyPr>
          <a:lstStyle/>
          <a:p>
            <a:pPr marL="285750" indent="-285750">
              <a:spcAft>
                <a:spcPts val="100"/>
              </a:spcAft>
            </a:pPr>
            <a:r>
              <a:rPr lang="en-US" sz="1600" b="1" dirty="0">
                <a:latin typeface="Times New Roman" panose="02020603050405020304" pitchFamily="18" charset="0"/>
                <a:cs typeface="Times New Roman" panose="02020603050405020304" pitchFamily="18" charset="0"/>
              </a:rPr>
              <a:t>UI Design: </a:t>
            </a:r>
            <a:r>
              <a:rPr lang="en-US" sz="1400" dirty="0">
                <a:latin typeface="Times New Roman" panose="02020603050405020304" pitchFamily="18" charset="0"/>
                <a:cs typeface="Times New Roman" panose="02020603050405020304" pitchFamily="18" charset="0"/>
              </a:rPr>
              <a:t>React + Vite SPA with two primary views: (1) Conversational search interface with streamed LLM responses and inline source citations; (2) Interactive Leaflet.js geographic atlas with heritage site markers, filters by state/type, and site detail panels.</a:t>
            </a:r>
          </a:p>
          <a:p>
            <a:pPr marL="285750" indent="-285750">
              <a:spcBef>
                <a:spcPts val="100"/>
              </a:spcBef>
              <a:spcAft>
                <a:spcPts val="100"/>
              </a:spcAft>
            </a:pPr>
            <a:r>
              <a:rPr lang="en-US" sz="1600" b="1" dirty="0">
                <a:latin typeface="Times New Roman" panose="02020603050405020304" pitchFamily="18" charset="0"/>
                <a:cs typeface="Times New Roman" panose="02020603050405020304" pitchFamily="18" charset="0"/>
              </a:rPr>
              <a:t>Database Design: </a:t>
            </a:r>
            <a:r>
              <a:rPr lang="en-US" sz="1400" dirty="0">
                <a:latin typeface="Times New Roman" panose="02020603050405020304" pitchFamily="18" charset="0"/>
                <a:cs typeface="Times New Roman" panose="02020603050405020304" pitchFamily="18" charset="0"/>
              </a:rPr>
              <a:t>PostgreSQL + </a:t>
            </a:r>
            <a:r>
              <a:rPr lang="en-US" sz="1400" dirty="0" err="1">
                <a:latin typeface="Times New Roman" panose="02020603050405020304" pitchFamily="18" charset="0"/>
                <a:cs typeface="Times New Roman" panose="02020603050405020304" pitchFamily="18" charset="0"/>
              </a:rPr>
              <a:t>PostGIS</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heritage_sites</a:t>
            </a:r>
            <a:r>
              <a:rPr lang="en-US" sz="1400" dirty="0">
                <a:latin typeface="Times New Roman" panose="02020603050405020304" pitchFamily="18" charset="0"/>
                <a:cs typeface="Times New Roman" panose="02020603050405020304" pitchFamily="18" charset="0"/>
              </a:rPr>
              <a:t> table with geography columns, </a:t>
            </a:r>
            <a:r>
              <a:rPr lang="en-US" sz="1400" dirty="0" err="1">
                <a:latin typeface="Times New Roman" panose="02020603050405020304" pitchFamily="18" charset="0"/>
                <a:cs typeface="Times New Roman" panose="02020603050405020304" pitchFamily="18" charset="0"/>
              </a:rPr>
              <a:t>GiST</a:t>
            </a:r>
            <a:r>
              <a:rPr lang="en-US" sz="1400" dirty="0">
                <a:latin typeface="Times New Roman" panose="02020603050405020304" pitchFamily="18" charset="0"/>
                <a:cs typeface="Times New Roman" panose="02020603050405020304" pitchFamily="18" charset="0"/>
              </a:rPr>
              <a:t> spatial index, and FTS index. </a:t>
            </a:r>
            <a:r>
              <a:rPr lang="en-US" sz="1400" dirty="0" err="1">
                <a:latin typeface="Times New Roman" panose="02020603050405020304" pitchFamily="18" charset="0"/>
                <a:cs typeface="Times New Roman" panose="02020603050405020304" pitchFamily="18" charset="0"/>
              </a:rPr>
              <a:t>ChromaDB</a:t>
            </a:r>
            <a:r>
              <a:rPr lang="en-US" sz="1400" dirty="0">
                <a:latin typeface="Times New Roman" panose="02020603050405020304" pitchFamily="18" charset="0"/>
                <a:cs typeface="Times New Roman" panose="02020603050405020304" pitchFamily="18" charset="0"/>
              </a:rPr>
              <a:t> (MVP vector store) for semantic embeddings. Redis for caching. </a:t>
            </a:r>
            <a:r>
              <a:rPr lang="en-US" sz="1400" dirty="0" err="1">
                <a:latin typeface="Times New Roman" panose="02020603050405020304" pitchFamily="18" charset="0"/>
                <a:cs typeface="Times New Roman" panose="02020603050405020304" pitchFamily="18" charset="0"/>
              </a:rPr>
              <a:t>Pydantic</a:t>
            </a:r>
            <a:r>
              <a:rPr lang="en-US" sz="1400" dirty="0">
                <a:latin typeface="Times New Roman" panose="02020603050405020304" pitchFamily="18" charset="0"/>
                <a:cs typeface="Times New Roman" panose="02020603050405020304" pitchFamily="18" charset="0"/>
              </a:rPr>
              <a:t> v2 </a:t>
            </a:r>
            <a:r>
              <a:rPr lang="en-US" sz="1400" dirty="0" err="1">
                <a:latin typeface="Times New Roman" panose="02020603050405020304" pitchFamily="18" charset="0"/>
                <a:cs typeface="Times New Roman" panose="02020603050405020304" pitchFamily="18" charset="0"/>
              </a:rPr>
              <a:t>HeritageSite</a:t>
            </a:r>
            <a:r>
              <a:rPr lang="en-US" sz="1400" dirty="0">
                <a:latin typeface="Times New Roman" panose="02020603050405020304" pitchFamily="18" charset="0"/>
                <a:cs typeface="Times New Roman" panose="02020603050405020304" pitchFamily="18" charset="0"/>
              </a:rPr>
              <a:t> as the canonical data schema across all sources.</a:t>
            </a:r>
          </a:p>
          <a:p>
            <a:pPr marL="285750" indent="-285750">
              <a:spcBef>
                <a:spcPts val="100"/>
              </a:spcBef>
              <a:spcAft>
                <a:spcPts val="100"/>
              </a:spcAft>
            </a:pPr>
            <a:r>
              <a:rPr lang="en-US" sz="1600" b="1" dirty="0">
                <a:latin typeface="Times New Roman" panose="02020603050405020304" pitchFamily="18" charset="0"/>
                <a:cs typeface="Times New Roman" panose="02020603050405020304" pitchFamily="18" charset="0"/>
              </a:rPr>
              <a:t>Module Design: </a:t>
            </a:r>
            <a:r>
              <a:rPr lang="en-US" sz="1400" dirty="0">
                <a:latin typeface="Times New Roman" panose="02020603050405020304" pitchFamily="18" charset="0"/>
                <a:cs typeface="Times New Roman" panose="02020603050405020304" pitchFamily="18" charset="0"/>
              </a:rPr>
              <a:t>5 core modules: (1) Ingestion - extractors for </a:t>
            </a:r>
            <a:r>
              <a:rPr lang="en-US" sz="1400" dirty="0" err="1">
                <a:latin typeface="Times New Roman" panose="02020603050405020304" pitchFamily="18" charset="0"/>
                <a:cs typeface="Times New Roman" panose="02020603050405020304" pitchFamily="18" charset="0"/>
              </a:rPr>
              <a:t>Wikidata</a:t>
            </a:r>
            <a:r>
              <a:rPr lang="en-US" sz="1400" dirty="0">
                <a:latin typeface="Times New Roman" panose="02020603050405020304" pitchFamily="18" charset="0"/>
                <a:cs typeface="Times New Roman" panose="02020603050405020304" pitchFamily="18" charset="0"/>
              </a:rPr>
              <a:t>, Wikipedia, UNESCO, OSM; (2) ETL - normalizer, </a:t>
            </a:r>
            <a:r>
              <a:rPr lang="en-US" sz="1400" dirty="0" err="1">
                <a:latin typeface="Times New Roman" panose="02020603050405020304" pitchFamily="18" charset="0"/>
                <a:cs typeface="Times New Roman" panose="02020603050405020304" pitchFamily="18" charset="0"/>
              </a:rPr>
              <a:t>deduplicator</a:t>
            </a:r>
            <a:r>
              <a:rPr lang="en-US" sz="1400" dirty="0">
                <a:latin typeface="Times New Roman" panose="02020603050405020304" pitchFamily="18" charset="0"/>
                <a:cs typeface="Times New Roman" panose="02020603050405020304" pitchFamily="18" charset="0"/>
              </a:rPr>
              <a:t>, enricher, </a:t>
            </a:r>
            <a:r>
              <a:rPr lang="en-US" sz="1400" dirty="0" err="1">
                <a:latin typeface="Times New Roman" panose="02020603050405020304" pitchFamily="18" charset="0"/>
                <a:cs typeface="Times New Roman" panose="02020603050405020304" pitchFamily="18" charset="0"/>
              </a:rPr>
              <a:t>chunker</a:t>
            </a:r>
            <a:r>
              <a:rPr lang="en-US" sz="1400" dirty="0">
                <a:latin typeface="Times New Roman" panose="02020603050405020304" pitchFamily="18" charset="0"/>
                <a:cs typeface="Times New Roman" panose="02020603050405020304" pitchFamily="18" charset="0"/>
              </a:rPr>
              <a:t>; (3) AI/RAG - embedding, hybrid retrieval (vector + BM25), reranking, Gemini LLM generation, NER; (4) API - </a:t>
            </a:r>
            <a:r>
              <a:rPr lang="en-US" sz="1400" dirty="0" err="1">
                <a:latin typeface="Times New Roman" panose="02020603050405020304" pitchFamily="18" charset="0"/>
                <a:cs typeface="Times New Roman" panose="02020603050405020304" pitchFamily="18" charset="0"/>
              </a:rPr>
              <a:t>FastAPI</a:t>
            </a:r>
            <a:r>
              <a:rPr lang="en-US" sz="1400" dirty="0">
                <a:latin typeface="Times New Roman" panose="02020603050405020304" pitchFamily="18" charset="0"/>
                <a:cs typeface="Times New Roman" panose="02020603050405020304" pitchFamily="18" charset="0"/>
              </a:rPr>
              <a:t> endpoints; (5) Frontend - React atlas + chat UI.</a:t>
            </a:r>
          </a:p>
          <a:p>
            <a:pPr marL="285750" indent="-285750">
              <a:spcBef>
                <a:spcPts val="100"/>
              </a:spcBef>
            </a:pPr>
            <a:r>
              <a:rPr lang="en-US" sz="1600" b="1" dirty="0">
                <a:latin typeface="Times New Roman" panose="02020603050405020304" pitchFamily="18" charset="0"/>
                <a:cs typeface="Times New Roman" panose="02020603050405020304" pitchFamily="18" charset="0"/>
              </a:rPr>
              <a:t>Algorithm Design: </a:t>
            </a:r>
            <a:r>
              <a:rPr lang="en-US" sz="1400" dirty="0">
                <a:latin typeface="Times New Roman" panose="02020603050405020304" pitchFamily="18" charset="0"/>
                <a:cs typeface="Times New Roman" panose="02020603050405020304" pitchFamily="18" charset="0"/>
              </a:rPr>
              <a:t>RAG Pipeline: Query → Dense embedding (all-mpnet-base-v2) + BM25 FTS → Reciprocal Rank Fusion (top-20 candidates) → Cross-encoder reranking (top 3–4 chunks) → Gemini LLM with citation-grounded prompt → SSE streamed response. Deduplication: QID exact-match + </a:t>
            </a:r>
            <a:r>
              <a:rPr lang="en-US" sz="1400" dirty="0" err="1">
                <a:latin typeface="Times New Roman" panose="02020603050405020304" pitchFamily="18" charset="0"/>
                <a:cs typeface="Times New Roman" panose="02020603050405020304" pitchFamily="18" charset="0"/>
              </a:rPr>
              <a:t>RapidFuzz</a:t>
            </a:r>
            <a:r>
              <a:rPr lang="en-US" sz="1400" dirty="0">
                <a:latin typeface="Times New Roman" panose="02020603050405020304" pitchFamily="18" charset="0"/>
                <a:cs typeface="Times New Roman" panose="02020603050405020304" pitchFamily="18" charset="0"/>
              </a:rPr>
              <a:t> fuzzy (threshold 90). CLIP zero-shot style classification for artifact images.</a:t>
            </a:r>
          </a:p>
        </p:txBody>
      </p:sp>
      <p:sp>
        <p:nvSpPr>
          <p:cNvPr id="91" name="Google Shape;91;p15"/>
          <p:cNvSpPr txBox="1">
            <a:spLocks noGrp="1"/>
          </p:cNvSpPr>
          <p:nvPr>
            <p:ph type="sldNum" idx="12"/>
          </p:nvPr>
        </p:nvSpPr>
        <p:spPr>
          <a:xfrm>
            <a:off x="11220400" y="6408364"/>
            <a:ext cx="731700" cy="401400"/>
          </a:xfrm>
          <a:prstGeom prst="rect">
            <a:avLst/>
          </a:prstGeom>
        </p:spPr>
        <p:txBody>
          <a:bodyPr spcFirstLastPara="1" wrap="square" lIns="121900" tIns="121900" rIns="121900" bIns="1219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GB">
                <a:latin typeface="Times New Roman" panose="02020603050405020304" pitchFamily="18" charset="0"/>
                <a:cs typeface="Times New Roman" panose="02020603050405020304" pitchFamily="18" charset="0"/>
              </a:rPr>
              <a:t>6</a:t>
            </a:fld>
            <a:endParaRPr>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DDA2952-2FCC-DAA6-AAA2-420343D36EA7}"/>
              </a:ext>
            </a:extLst>
          </p:cNvPr>
          <p:cNvPicPr>
            <a:picLocks noChangeAspect="1"/>
          </p:cNvPicPr>
          <p:nvPr/>
        </p:nvPicPr>
        <p:blipFill>
          <a:blip r:embed="rId2"/>
          <a:stretch>
            <a:fillRect/>
          </a:stretch>
        </p:blipFill>
        <p:spPr>
          <a:xfrm>
            <a:off x="5409282" y="1561326"/>
            <a:ext cx="6782718" cy="4024225"/>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816</Words>
  <Application>Microsoft Office PowerPoint</Application>
  <PresentationFormat>Widescreen</PresentationFormat>
  <Paragraphs>38</Paragraphs>
  <Slides>6</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Archivo Narrow Medium</vt:lpstr>
      <vt:lpstr>IBM Plex Sans Condensed</vt:lpstr>
      <vt:lpstr>Times New Roman</vt:lpstr>
      <vt:lpstr>Archivo Narrow</vt:lpstr>
      <vt:lpstr>Georgia</vt:lpstr>
      <vt:lpstr>Yellowtail</vt:lpstr>
      <vt:lpstr>Arial</vt:lpstr>
      <vt:lpstr>Calibri</vt:lpstr>
      <vt:lpstr>Simple Light</vt:lpstr>
      <vt:lpstr>Arkana - Grounded AI for Historical and Cultural Exploration</vt:lpstr>
      <vt:lpstr>Introduction</vt:lpstr>
      <vt:lpstr>Analysis Phase</vt:lpstr>
      <vt:lpstr>PowerPoint Presentation</vt:lpstr>
      <vt:lpstr>Goal</vt:lpstr>
      <vt:lpstr>Design Phase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NILESH</dc:creator>
  <cp:lastModifiedBy>shuvamgupta4444@outlook.com</cp:lastModifiedBy>
  <cp:revision>4</cp:revision>
  <dcterms:modified xsi:type="dcterms:W3CDTF">2026-06-27T06:12:05Z</dcterms:modified>
</cp:coreProperties>
</file>