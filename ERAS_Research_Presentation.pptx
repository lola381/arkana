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Archivo Narrow"/>
      <p:regular r:id="rId19"/>
      <p:bold r:id="rId20"/>
      <p:italic r:id="rId21"/>
      <p:boldItalic r:id="rId22"/>
    </p:embeddedFont>
    <p:embeddedFont>
      <p:font typeface="Yellowtail"/>
      <p:regular r:id="rId23"/>
    </p:embeddedFont>
    <p:embeddedFont>
      <p:font typeface="Archivo Narrow Medium"/>
      <p:regular r:id="rId24"/>
      <p:bold r:id="rId25"/>
      <p:italic r:id="rId26"/>
      <p:boldItalic r:id="rId27"/>
    </p:embeddedFont>
    <p:embeddedFont>
      <p:font typeface="IBM Plex Sans Condense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2045ED-1A5B-4CD4-8645-9C346065DADB}">
  <a:tblStyle styleId="{5E2045ED-1A5B-4CD4-8645-9C346065DAD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chivoNarrow-bold.fntdata"/><Relationship Id="rId22" Type="http://schemas.openxmlformats.org/officeDocument/2006/relationships/font" Target="fonts/ArchivoNarrow-boldItalic.fntdata"/><Relationship Id="rId21" Type="http://schemas.openxmlformats.org/officeDocument/2006/relationships/font" Target="fonts/ArchivoNarrow-italic.fntdata"/><Relationship Id="rId24" Type="http://schemas.openxmlformats.org/officeDocument/2006/relationships/font" Target="fonts/ArchivoNarrowMedium-regular.fntdata"/><Relationship Id="rId23" Type="http://schemas.openxmlformats.org/officeDocument/2006/relationships/font" Target="fonts/Yellowtail-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chivoNarrowMedium-italic.fntdata"/><Relationship Id="rId25" Type="http://schemas.openxmlformats.org/officeDocument/2006/relationships/font" Target="fonts/ArchivoNarrowMedium-bold.fntdata"/><Relationship Id="rId28" Type="http://schemas.openxmlformats.org/officeDocument/2006/relationships/font" Target="fonts/IBMPlexSansCondensed-regular.fntdata"/><Relationship Id="rId27" Type="http://schemas.openxmlformats.org/officeDocument/2006/relationships/font" Target="fonts/ArchivoNarrow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BMPlexSansCondense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Condensed-boldItalic.fntdata"/><Relationship Id="rId30" Type="http://schemas.openxmlformats.org/officeDocument/2006/relationships/font" Target="fonts/IBMPlexSansCondense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rchivoNarrow-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25f98672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3f25f9867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311700" y="1415098"/>
            <a:ext cx="8520525" cy="1382175"/>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3600"/>
            </a:lvl2pPr>
            <a:lvl3pPr lvl="2" algn="ctr">
              <a:lnSpc>
                <a:spcPct val="100000"/>
              </a:lnSpc>
              <a:spcBef>
                <a:spcPts val="0"/>
              </a:spcBef>
              <a:spcAft>
                <a:spcPts val="0"/>
              </a:spcAft>
              <a:buSzPts val="4800"/>
              <a:buNone/>
              <a:defRPr sz="3600"/>
            </a:lvl3pPr>
            <a:lvl4pPr lvl="3" algn="ctr">
              <a:lnSpc>
                <a:spcPct val="100000"/>
              </a:lnSpc>
              <a:spcBef>
                <a:spcPts val="0"/>
              </a:spcBef>
              <a:spcAft>
                <a:spcPts val="0"/>
              </a:spcAft>
              <a:buSzPts val="4800"/>
              <a:buNone/>
              <a:defRPr sz="3600"/>
            </a:lvl4pPr>
            <a:lvl5pPr lvl="4" algn="ctr">
              <a:lnSpc>
                <a:spcPct val="100000"/>
              </a:lnSpc>
              <a:spcBef>
                <a:spcPts val="0"/>
              </a:spcBef>
              <a:spcAft>
                <a:spcPts val="0"/>
              </a:spcAft>
              <a:buSzPts val="4800"/>
              <a:buNone/>
              <a:defRPr sz="3600"/>
            </a:lvl5pPr>
            <a:lvl6pPr lvl="5" algn="ctr">
              <a:lnSpc>
                <a:spcPct val="100000"/>
              </a:lnSpc>
              <a:spcBef>
                <a:spcPts val="0"/>
              </a:spcBef>
              <a:spcAft>
                <a:spcPts val="0"/>
              </a:spcAft>
              <a:buSzPts val="4800"/>
              <a:buNone/>
              <a:defRPr sz="3600"/>
            </a:lvl6pPr>
            <a:lvl7pPr lvl="6" algn="ctr">
              <a:lnSpc>
                <a:spcPct val="100000"/>
              </a:lnSpc>
              <a:spcBef>
                <a:spcPts val="0"/>
              </a:spcBef>
              <a:spcAft>
                <a:spcPts val="0"/>
              </a:spcAft>
              <a:buSzPts val="4800"/>
              <a:buNone/>
              <a:defRPr sz="3600"/>
            </a:lvl7pPr>
            <a:lvl8pPr lvl="7" algn="ctr">
              <a:lnSpc>
                <a:spcPct val="100000"/>
              </a:lnSpc>
              <a:spcBef>
                <a:spcPts val="0"/>
              </a:spcBef>
              <a:spcAft>
                <a:spcPts val="0"/>
              </a:spcAft>
              <a:buSzPts val="4800"/>
              <a:buNone/>
              <a:defRPr sz="3600"/>
            </a:lvl8pPr>
            <a:lvl9pPr lvl="8" algn="ctr">
              <a:lnSpc>
                <a:spcPct val="100000"/>
              </a:lnSpc>
              <a:spcBef>
                <a:spcPts val="0"/>
              </a:spcBef>
              <a:spcAft>
                <a:spcPts val="0"/>
              </a:spcAft>
              <a:buSzPts val="4800"/>
              <a:buNone/>
              <a:defRPr sz="3600"/>
            </a:lvl9pPr>
          </a:lstStyle>
          <a:p/>
        </p:txBody>
      </p:sp>
      <p:sp>
        <p:nvSpPr>
          <p:cNvPr id="17" name="Google Shape;17;p2"/>
          <p:cNvSpPr txBox="1"/>
          <p:nvPr>
            <p:ph idx="1" type="subTitle"/>
          </p:nvPr>
        </p:nvSpPr>
        <p:spPr>
          <a:xfrm>
            <a:off x="311700" y="2834125"/>
            <a:ext cx="8520525" cy="792675"/>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2700"/>
            </a:lvl1pPr>
            <a:lvl2pPr lvl="1" algn="ctr">
              <a:lnSpc>
                <a:spcPct val="100000"/>
              </a:lnSpc>
              <a:spcBef>
                <a:spcPts val="0"/>
              </a:spcBef>
              <a:spcAft>
                <a:spcPts val="0"/>
              </a:spcAft>
              <a:buSzPts val="3700"/>
              <a:buNone/>
              <a:defRPr sz="2800"/>
            </a:lvl2pPr>
            <a:lvl3pPr lvl="2" algn="ctr">
              <a:lnSpc>
                <a:spcPct val="100000"/>
              </a:lnSpc>
              <a:spcBef>
                <a:spcPts val="0"/>
              </a:spcBef>
              <a:spcAft>
                <a:spcPts val="0"/>
              </a:spcAft>
              <a:buSzPts val="3700"/>
              <a:buNone/>
              <a:defRPr sz="2800"/>
            </a:lvl3pPr>
            <a:lvl4pPr lvl="3" algn="ctr">
              <a:lnSpc>
                <a:spcPct val="100000"/>
              </a:lnSpc>
              <a:spcBef>
                <a:spcPts val="0"/>
              </a:spcBef>
              <a:spcAft>
                <a:spcPts val="0"/>
              </a:spcAft>
              <a:buSzPts val="3700"/>
              <a:buNone/>
              <a:defRPr sz="2800"/>
            </a:lvl4pPr>
            <a:lvl5pPr lvl="4" algn="ctr">
              <a:lnSpc>
                <a:spcPct val="100000"/>
              </a:lnSpc>
              <a:spcBef>
                <a:spcPts val="0"/>
              </a:spcBef>
              <a:spcAft>
                <a:spcPts val="0"/>
              </a:spcAft>
              <a:buSzPts val="3700"/>
              <a:buNone/>
              <a:defRPr sz="2800"/>
            </a:lvl5pPr>
            <a:lvl6pPr lvl="5" algn="ctr">
              <a:lnSpc>
                <a:spcPct val="100000"/>
              </a:lnSpc>
              <a:spcBef>
                <a:spcPts val="0"/>
              </a:spcBef>
              <a:spcAft>
                <a:spcPts val="0"/>
              </a:spcAft>
              <a:buSzPts val="3700"/>
              <a:buNone/>
              <a:defRPr sz="2800"/>
            </a:lvl6pPr>
            <a:lvl7pPr lvl="6" algn="ctr">
              <a:lnSpc>
                <a:spcPct val="100000"/>
              </a:lnSpc>
              <a:spcBef>
                <a:spcPts val="0"/>
              </a:spcBef>
              <a:spcAft>
                <a:spcPts val="0"/>
              </a:spcAft>
              <a:buSzPts val="3700"/>
              <a:buNone/>
              <a:defRPr sz="2800"/>
            </a:lvl7pPr>
            <a:lvl8pPr lvl="7" algn="ctr">
              <a:lnSpc>
                <a:spcPct val="100000"/>
              </a:lnSpc>
              <a:spcBef>
                <a:spcPts val="0"/>
              </a:spcBef>
              <a:spcAft>
                <a:spcPts val="0"/>
              </a:spcAft>
              <a:buSzPts val="3700"/>
              <a:buNone/>
              <a:defRPr sz="2800"/>
            </a:lvl8pPr>
            <a:lvl9pPr lvl="8" algn="ctr">
              <a:lnSpc>
                <a:spcPct val="100000"/>
              </a:lnSpc>
              <a:spcBef>
                <a:spcPts val="0"/>
              </a:spcBef>
              <a:spcAft>
                <a:spcPts val="0"/>
              </a:spcAft>
              <a:buSzPts val="3700"/>
              <a:buNone/>
              <a:defRPr sz="2800"/>
            </a:lvl9pPr>
          </a:lstStyle>
          <a:p/>
        </p:txBody>
      </p:sp>
      <p:sp>
        <p:nvSpPr>
          <p:cNvPr id="18" name="Google Shape;18;p2"/>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2"/>
          <p:cNvSpPr/>
          <p:nvPr/>
        </p:nvSpPr>
        <p:spPr>
          <a:xfrm>
            <a:off x="-7088" y="-22763"/>
            <a:ext cx="9156825" cy="552825"/>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0" name="Google Shape;20;p2"/>
          <p:cNvSpPr/>
          <p:nvPr/>
        </p:nvSpPr>
        <p:spPr>
          <a:xfrm>
            <a:off x="-6994" y="115556"/>
            <a:ext cx="9162450" cy="961875"/>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1" name="Google Shape;21;p2"/>
          <p:cNvSpPr/>
          <p:nvPr/>
        </p:nvSpPr>
        <p:spPr>
          <a:xfrm>
            <a:off x="8072663" y="-22763"/>
            <a:ext cx="651600" cy="1100250"/>
          </a:xfrm>
          <a:prstGeom prst="parallelogram">
            <a:avLst>
              <a:gd fmla="val 57856" name="adj"/>
            </a:avLst>
          </a:prstGeom>
          <a:solidFill>
            <a:srgbClr val="D2AE6C"/>
          </a:solidFill>
          <a:ln>
            <a:noFill/>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2" name="Google Shape;22;p2"/>
          <p:cNvSpPr/>
          <p:nvPr/>
        </p:nvSpPr>
        <p:spPr>
          <a:xfrm>
            <a:off x="5785500" y="-22763"/>
            <a:ext cx="2881350" cy="1116675"/>
          </a:xfrm>
          <a:prstGeom prst="parallelogram">
            <a:avLst>
              <a:gd fmla="val 33925" name="adj"/>
            </a:avLst>
          </a:prstGeom>
          <a:solidFill>
            <a:srgbClr val="FFFFFF"/>
          </a:solidFill>
          <a:ln>
            <a:noFill/>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3" name="Google Shape;23;p2"/>
          <p:cNvSpPr/>
          <p:nvPr/>
        </p:nvSpPr>
        <p:spPr>
          <a:xfrm>
            <a:off x="-6994" y="4953389"/>
            <a:ext cx="9162450" cy="19485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4" name="Google Shape;24;p2"/>
          <p:cNvSpPr/>
          <p:nvPr/>
        </p:nvSpPr>
        <p:spPr>
          <a:xfrm>
            <a:off x="-6994" y="4424681"/>
            <a:ext cx="9162450" cy="552825"/>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25" name="Google Shape;25;p2"/>
          <p:cNvSpPr txBox="1"/>
          <p:nvPr/>
        </p:nvSpPr>
        <p:spPr>
          <a:xfrm>
            <a:off x="285750" y="4424681"/>
            <a:ext cx="2857500" cy="7272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rgbClr val="000000"/>
              </a:buClr>
              <a:buSzPts val="1500"/>
              <a:buFont typeface="Arial"/>
              <a:buNone/>
            </a:pPr>
            <a:r>
              <a:rPr b="1" i="0" lang="en" sz="1100" u="none" cap="none" strike="noStrike">
                <a:solidFill>
                  <a:srgbClr val="D2AE6C"/>
                </a:solidFill>
                <a:latin typeface="Archivo Narrow"/>
                <a:ea typeface="Archivo Narrow"/>
                <a:cs typeface="Archivo Narrow"/>
                <a:sym typeface="Archivo Narrow"/>
              </a:rPr>
              <a:t>Mission</a:t>
            </a:r>
            <a:endParaRPr b="1" i="0" sz="11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 sz="900" u="none" cap="none" strike="noStrik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b="0" i="0" sz="9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 sz="900" u="none" cap="none" strike="noStrike">
                <a:solidFill>
                  <a:schemeClr val="lt1"/>
                </a:solidFill>
                <a:latin typeface="Archivo Narrow Medium"/>
                <a:ea typeface="Archivo Narrow Medium"/>
                <a:cs typeface="Archivo Narrow Medium"/>
                <a:sym typeface="Archivo Narrow Medium"/>
              </a:rPr>
              <a:t>to the society in a dynamic environment</a:t>
            </a:r>
            <a:endParaRPr b="0" i="0" sz="900" u="none" cap="none" strike="noStrike">
              <a:solidFill>
                <a:schemeClr val="lt1"/>
              </a:solidFill>
              <a:latin typeface="Archivo Narrow Medium"/>
              <a:ea typeface="Archivo Narrow Medium"/>
              <a:cs typeface="Archivo Narrow Medium"/>
              <a:sym typeface="Archivo Narrow Medium"/>
            </a:endParaRPr>
          </a:p>
        </p:txBody>
      </p:sp>
      <p:sp>
        <p:nvSpPr>
          <p:cNvPr id="26" name="Google Shape;26;p2"/>
          <p:cNvSpPr txBox="1"/>
          <p:nvPr/>
        </p:nvSpPr>
        <p:spPr>
          <a:xfrm>
            <a:off x="3143250" y="4424681"/>
            <a:ext cx="2857500" cy="450225"/>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rgbClr val="000000"/>
              </a:buClr>
              <a:buSzPts val="1500"/>
              <a:buFont typeface="Arial"/>
              <a:buNone/>
            </a:pPr>
            <a:r>
              <a:rPr b="1" i="0" lang="en" sz="1100" u="none" cap="none" strike="noStrike">
                <a:solidFill>
                  <a:srgbClr val="D2AE6C"/>
                </a:solidFill>
                <a:latin typeface="Archivo Narrow"/>
                <a:ea typeface="Archivo Narrow"/>
                <a:cs typeface="Archivo Narrow"/>
                <a:sym typeface="Archivo Narrow"/>
              </a:rPr>
              <a:t>Vision</a:t>
            </a:r>
            <a:endParaRPr b="1" i="0" sz="11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 sz="900" u="none" cap="none" strike="noStrike">
                <a:solidFill>
                  <a:schemeClr val="lt1"/>
                </a:solidFill>
                <a:latin typeface="Archivo Narrow Medium"/>
                <a:ea typeface="Archivo Narrow Medium"/>
                <a:cs typeface="Archivo Narrow Medium"/>
                <a:sym typeface="Archivo Narrow Medium"/>
              </a:rPr>
              <a:t>Excellence and Service</a:t>
            </a:r>
            <a:endParaRPr b="0" i="0" sz="900" u="none" cap="none" strike="noStrike">
              <a:solidFill>
                <a:schemeClr val="lt1"/>
              </a:solidFill>
              <a:latin typeface="Archivo Narrow Medium"/>
              <a:ea typeface="Archivo Narrow Medium"/>
              <a:cs typeface="Archivo Narrow Medium"/>
              <a:sym typeface="Archivo Narrow Medium"/>
            </a:endParaRPr>
          </a:p>
        </p:txBody>
      </p:sp>
      <p:sp>
        <p:nvSpPr>
          <p:cNvPr id="27" name="Google Shape;27;p2"/>
          <p:cNvSpPr txBox="1"/>
          <p:nvPr/>
        </p:nvSpPr>
        <p:spPr>
          <a:xfrm>
            <a:off x="6429450" y="4424681"/>
            <a:ext cx="2237400" cy="7272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rgbClr val="000000"/>
              </a:buClr>
              <a:buSzPts val="1500"/>
              <a:buFont typeface="Arial"/>
              <a:buNone/>
            </a:pPr>
            <a:r>
              <a:rPr b="1" i="0" lang="en" sz="1100" u="none" cap="none" strike="noStrike">
                <a:solidFill>
                  <a:srgbClr val="D2AE6C"/>
                </a:solidFill>
                <a:latin typeface="Archivo Narrow"/>
                <a:ea typeface="Archivo Narrow"/>
                <a:cs typeface="Archivo Narrow"/>
                <a:sym typeface="Archivo Narrow"/>
              </a:rPr>
              <a:t>Core Values</a:t>
            </a:r>
            <a:endParaRPr b="1" i="0" sz="11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 sz="900" u="none" cap="none" strike="noStrike">
                <a:solidFill>
                  <a:schemeClr val="lt1"/>
                </a:solidFill>
                <a:latin typeface="Archivo Narrow Medium"/>
                <a:ea typeface="Archivo Narrow Medium"/>
                <a:cs typeface="Archivo Narrow Medium"/>
                <a:sym typeface="Archivo Narrow Medium"/>
              </a:rPr>
              <a:t>Faith in God |  Moral Uprightness</a:t>
            </a:r>
            <a:endParaRPr b="0" i="0" sz="9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 sz="900" u="none" cap="none" strike="noStrike">
                <a:solidFill>
                  <a:schemeClr val="lt1"/>
                </a:solidFill>
                <a:latin typeface="Archivo Narrow Medium"/>
                <a:ea typeface="Archivo Narrow Medium"/>
                <a:cs typeface="Archivo Narrow Medium"/>
                <a:sym typeface="Archivo Narrow Medium"/>
              </a:rPr>
              <a:t> Love of Fellow Beings |  Social Responsibility</a:t>
            </a:r>
            <a:br>
              <a:rPr b="0" i="0" lang="en" sz="900" u="none" cap="none" strike="noStrike">
                <a:solidFill>
                  <a:schemeClr val="lt1"/>
                </a:solidFill>
                <a:latin typeface="Archivo Narrow Medium"/>
                <a:ea typeface="Archivo Narrow Medium"/>
                <a:cs typeface="Archivo Narrow Medium"/>
                <a:sym typeface="Archivo Narrow Medium"/>
              </a:rPr>
            </a:br>
            <a:r>
              <a:rPr b="0" i="0" lang="en" sz="900" u="none" cap="none" strike="noStrike">
                <a:solidFill>
                  <a:schemeClr val="lt1"/>
                </a:solidFill>
                <a:latin typeface="Archivo Narrow Medium"/>
                <a:ea typeface="Archivo Narrow Medium"/>
                <a:cs typeface="Archivo Narrow Medium"/>
                <a:sym typeface="Archivo Narrow Medium"/>
              </a:rPr>
              <a:t>Pursuit of Excellence</a:t>
            </a:r>
            <a:endParaRPr b="0" i="0" sz="900" u="none" cap="none" strike="noStrike">
              <a:solidFill>
                <a:schemeClr val="lt1"/>
              </a:solidFill>
              <a:latin typeface="Archivo Narrow Medium"/>
              <a:ea typeface="Archivo Narrow Medium"/>
              <a:cs typeface="Archivo Narrow Medium"/>
              <a:sym typeface="Archivo Narrow Medium"/>
            </a:endParaRPr>
          </a:p>
        </p:txBody>
      </p:sp>
      <p:pic>
        <p:nvPicPr>
          <p:cNvPr id="28" name="Google Shape;28;p2" title="CU logo GBT_25.png"/>
          <p:cNvPicPr preferRelativeResize="0"/>
          <p:nvPr/>
        </p:nvPicPr>
        <p:blipFill rotWithShape="1">
          <a:blip r:embed="rId2">
            <a:alphaModFix/>
          </a:blip>
          <a:srcRect b="0" l="0" r="0" t="0"/>
          <a:stretch/>
        </p:blipFill>
        <p:spPr>
          <a:xfrm>
            <a:off x="5965546" y="247209"/>
            <a:ext cx="2338946" cy="7926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3"/>
          <p:cNvSpPr txBox="1"/>
          <p:nvPr>
            <p:ph type="title"/>
          </p:nvPr>
        </p:nvSpPr>
        <p:spPr>
          <a:xfrm>
            <a:off x="311700" y="368825"/>
            <a:ext cx="8520525" cy="572625"/>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1" name="Google Shape;31;p3"/>
          <p:cNvSpPr txBox="1"/>
          <p:nvPr>
            <p:ph idx="1" type="body"/>
          </p:nvPr>
        </p:nvSpPr>
        <p:spPr>
          <a:xfrm>
            <a:off x="311700" y="1064541"/>
            <a:ext cx="8520525" cy="350415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indent="-393700" lvl="1" marL="914400" algn="l">
              <a:lnSpc>
                <a:spcPct val="100000"/>
              </a:lnSpc>
              <a:spcBef>
                <a:spcPts val="6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indent="-381000" lvl="2" marL="13716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indent="-381000" lvl="3" marL="18288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indent="-381000" lvl="4" marL="22860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indent="-381000" lvl="5" marL="27432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indent="-381000" lvl="6" marL="32004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indent="-381000" lvl="7" marL="3657600" algn="l">
              <a:lnSpc>
                <a:spcPct val="100000"/>
              </a:lnSpc>
              <a:spcBef>
                <a:spcPts val="6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indent="-381000" lvl="8" marL="4114800" algn="l">
              <a:lnSpc>
                <a:spcPct val="100000"/>
              </a:lnSpc>
              <a:spcBef>
                <a:spcPts val="600"/>
              </a:spcBef>
              <a:spcAft>
                <a:spcPts val="600"/>
              </a:spcAft>
              <a:buSzPts val="2400"/>
              <a:buFont typeface="IBM Plex Sans Condensed"/>
              <a:buChar char="■"/>
              <a:defRPr>
                <a:latin typeface="IBM Plex Sans Condensed"/>
                <a:ea typeface="IBM Plex Sans Condensed"/>
                <a:cs typeface="IBM Plex Sans Condensed"/>
                <a:sym typeface="IBM Plex Sans Condensed"/>
              </a:defRPr>
            </a:lvl9pPr>
          </a:lstStyle>
          <a:p/>
        </p:txBody>
      </p:sp>
      <p:sp>
        <p:nvSpPr>
          <p:cNvPr id="32" name="Google Shape;32;p3"/>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3"/>
          <p:cNvSpPr txBox="1"/>
          <p:nvPr/>
        </p:nvSpPr>
        <p:spPr>
          <a:xfrm>
            <a:off x="8688881" y="4886325"/>
            <a:ext cx="399600" cy="21757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000" u="none" cap="none" strike="noStrik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4"/>
          <p:cNvSpPr txBox="1"/>
          <p:nvPr>
            <p:ph type="title"/>
          </p:nvPr>
        </p:nvSpPr>
        <p:spPr>
          <a:xfrm>
            <a:off x="311700" y="2150850"/>
            <a:ext cx="8520525" cy="841725"/>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2700"/>
            </a:lvl1pPr>
            <a:lvl2pPr lvl="1" algn="ctr">
              <a:lnSpc>
                <a:spcPct val="100000"/>
              </a:lnSpc>
              <a:spcBef>
                <a:spcPts val="0"/>
              </a:spcBef>
              <a:spcAft>
                <a:spcPts val="0"/>
              </a:spcAft>
              <a:buSzPts val="4800"/>
              <a:buNone/>
              <a:defRPr sz="3600"/>
            </a:lvl2pPr>
            <a:lvl3pPr lvl="2" algn="ctr">
              <a:lnSpc>
                <a:spcPct val="100000"/>
              </a:lnSpc>
              <a:spcBef>
                <a:spcPts val="0"/>
              </a:spcBef>
              <a:spcAft>
                <a:spcPts val="0"/>
              </a:spcAft>
              <a:buSzPts val="4800"/>
              <a:buNone/>
              <a:defRPr sz="3600"/>
            </a:lvl3pPr>
            <a:lvl4pPr lvl="3" algn="ctr">
              <a:lnSpc>
                <a:spcPct val="100000"/>
              </a:lnSpc>
              <a:spcBef>
                <a:spcPts val="0"/>
              </a:spcBef>
              <a:spcAft>
                <a:spcPts val="0"/>
              </a:spcAft>
              <a:buSzPts val="4800"/>
              <a:buNone/>
              <a:defRPr sz="3600"/>
            </a:lvl4pPr>
            <a:lvl5pPr lvl="4" algn="ctr">
              <a:lnSpc>
                <a:spcPct val="100000"/>
              </a:lnSpc>
              <a:spcBef>
                <a:spcPts val="0"/>
              </a:spcBef>
              <a:spcAft>
                <a:spcPts val="0"/>
              </a:spcAft>
              <a:buSzPts val="4800"/>
              <a:buNone/>
              <a:defRPr sz="3600"/>
            </a:lvl5pPr>
            <a:lvl6pPr lvl="5" algn="ctr">
              <a:lnSpc>
                <a:spcPct val="100000"/>
              </a:lnSpc>
              <a:spcBef>
                <a:spcPts val="0"/>
              </a:spcBef>
              <a:spcAft>
                <a:spcPts val="0"/>
              </a:spcAft>
              <a:buSzPts val="4800"/>
              <a:buNone/>
              <a:defRPr sz="3600"/>
            </a:lvl6pPr>
            <a:lvl7pPr lvl="6" algn="ctr">
              <a:lnSpc>
                <a:spcPct val="100000"/>
              </a:lnSpc>
              <a:spcBef>
                <a:spcPts val="0"/>
              </a:spcBef>
              <a:spcAft>
                <a:spcPts val="0"/>
              </a:spcAft>
              <a:buSzPts val="4800"/>
              <a:buNone/>
              <a:defRPr sz="3600"/>
            </a:lvl7pPr>
            <a:lvl8pPr lvl="7" algn="ctr">
              <a:lnSpc>
                <a:spcPct val="100000"/>
              </a:lnSpc>
              <a:spcBef>
                <a:spcPts val="0"/>
              </a:spcBef>
              <a:spcAft>
                <a:spcPts val="0"/>
              </a:spcAft>
              <a:buSzPts val="4800"/>
              <a:buNone/>
              <a:defRPr sz="3600"/>
            </a:lvl8pPr>
            <a:lvl9pPr lvl="8" algn="ctr">
              <a:lnSpc>
                <a:spcPct val="100000"/>
              </a:lnSpc>
              <a:spcBef>
                <a:spcPts val="0"/>
              </a:spcBef>
              <a:spcAft>
                <a:spcPts val="0"/>
              </a:spcAft>
              <a:buSzPts val="4800"/>
              <a:buNone/>
              <a:defRPr sz="3600"/>
            </a:lvl9pPr>
          </a:lstStyle>
          <a:p/>
        </p:txBody>
      </p:sp>
      <p:sp>
        <p:nvSpPr>
          <p:cNvPr id="36" name="Google Shape;36;p4"/>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5"/>
          <p:cNvSpPr txBox="1"/>
          <p:nvPr>
            <p:ph type="title"/>
          </p:nvPr>
        </p:nvSpPr>
        <p:spPr>
          <a:xfrm>
            <a:off x="311700" y="387875"/>
            <a:ext cx="8520525" cy="572625"/>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9" name="Google Shape;39;p5"/>
          <p:cNvSpPr txBox="1"/>
          <p:nvPr>
            <p:ph idx="1" type="body"/>
          </p:nvPr>
        </p:nvSpPr>
        <p:spPr>
          <a:xfrm>
            <a:off x="311700" y="1152469"/>
            <a:ext cx="3999825" cy="3563775"/>
          </a:xfrm>
          <a:prstGeom prst="rect">
            <a:avLst/>
          </a:prstGeom>
          <a:noFill/>
          <a:ln>
            <a:noFill/>
          </a:ln>
        </p:spPr>
        <p:txBody>
          <a:bodyPr anchorCtr="0" anchor="t" bIns="91425" lIns="91425" spcFirstLastPara="1" rIns="91425" wrap="square" tIns="91425">
            <a:noAutofit/>
          </a:bodyPr>
          <a:lstStyle>
            <a:lvl1pPr indent="-349250" lvl="0" marL="457200" algn="l">
              <a:lnSpc>
                <a:spcPct val="100000"/>
              </a:lnSpc>
              <a:spcBef>
                <a:spcPts val="0"/>
              </a:spcBef>
              <a:spcAft>
                <a:spcPts val="0"/>
              </a:spcAft>
              <a:buSzPts val="1900"/>
              <a:buChar char="●"/>
              <a:defRPr sz="1400"/>
            </a:lvl1pPr>
            <a:lvl2pPr indent="-330200" lvl="1" marL="914400" algn="l">
              <a:lnSpc>
                <a:spcPct val="100000"/>
              </a:lnSpc>
              <a:spcBef>
                <a:spcPts val="600"/>
              </a:spcBef>
              <a:spcAft>
                <a:spcPts val="0"/>
              </a:spcAft>
              <a:buSzPts val="1600"/>
              <a:buChar char="○"/>
              <a:defRPr sz="1200"/>
            </a:lvl2pPr>
            <a:lvl3pPr indent="-330200" lvl="2" marL="1371600" algn="l">
              <a:lnSpc>
                <a:spcPct val="100000"/>
              </a:lnSpc>
              <a:spcBef>
                <a:spcPts val="600"/>
              </a:spcBef>
              <a:spcAft>
                <a:spcPts val="0"/>
              </a:spcAft>
              <a:buSzPts val="1600"/>
              <a:buChar char="■"/>
              <a:defRPr sz="1200"/>
            </a:lvl3pPr>
            <a:lvl4pPr indent="-330200" lvl="3" marL="1828800" algn="l">
              <a:lnSpc>
                <a:spcPct val="100000"/>
              </a:lnSpc>
              <a:spcBef>
                <a:spcPts val="600"/>
              </a:spcBef>
              <a:spcAft>
                <a:spcPts val="0"/>
              </a:spcAft>
              <a:buSzPts val="1600"/>
              <a:buChar char="●"/>
              <a:defRPr sz="1200"/>
            </a:lvl4pPr>
            <a:lvl5pPr indent="-330200" lvl="4" marL="2286000" algn="l">
              <a:lnSpc>
                <a:spcPct val="100000"/>
              </a:lnSpc>
              <a:spcBef>
                <a:spcPts val="600"/>
              </a:spcBef>
              <a:spcAft>
                <a:spcPts val="0"/>
              </a:spcAft>
              <a:buSzPts val="1600"/>
              <a:buChar char="○"/>
              <a:defRPr sz="1200"/>
            </a:lvl5pPr>
            <a:lvl6pPr indent="-330200" lvl="5" marL="2743200" algn="l">
              <a:lnSpc>
                <a:spcPct val="100000"/>
              </a:lnSpc>
              <a:spcBef>
                <a:spcPts val="600"/>
              </a:spcBef>
              <a:spcAft>
                <a:spcPts val="0"/>
              </a:spcAft>
              <a:buSzPts val="1600"/>
              <a:buChar char="■"/>
              <a:defRPr sz="1200"/>
            </a:lvl6pPr>
            <a:lvl7pPr indent="-330200" lvl="6" marL="3200400" algn="l">
              <a:lnSpc>
                <a:spcPct val="100000"/>
              </a:lnSpc>
              <a:spcBef>
                <a:spcPts val="600"/>
              </a:spcBef>
              <a:spcAft>
                <a:spcPts val="0"/>
              </a:spcAft>
              <a:buSzPts val="1600"/>
              <a:buChar char="●"/>
              <a:defRPr sz="1200"/>
            </a:lvl7pPr>
            <a:lvl8pPr indent="-330200" lvl="7" marL="3657600" algn="l">
              <a:lnSpc>
                <a:spcPct val="100000"/>
              </a:lnSpc>
              <a:spcBef>
                <a:spcPts val="600"/>
              </a:spcBef>
              <a:spcAft>
                <a:spcPts val="0"/>
              </a:spcAft>
              <a:buSzPts val="1600"/>
              <a:buChar char="○"/>
              <a:defRPr sz="1200"/>
            </a:lvl8pPr>
            <a:lvl9pPr indent="-330200" lvl="8" marL="4114800" algn="l">
              <a:lnSpc>
                <a:spcPct val="100000"/>
              </a:lnSpc>
              <a:spcBef>
                <a:spcPts val="600"/>
              </a:spcBef>
              <a:spcAft>
                <a:spcPts val="600"/>
              </a:spcAft>
              <a:buSzPts val="1600"/>
              <a:buChar char="■"/>
              <a:defRPr sz="1200"/>
            </a:lvl9pPr>
          </a:lstStyle>
          <a:p/>
        </p:txBody>
      </p:sp>
      <p:sp>
        <p:nvSpPr>
          <p:cNvPr id="40" name="Google Shape;40;p5"/>
          <p:cNvSpPr txBox="1"/>
          <p:nvPr>
            <p:ph idx="2" type="body"/>
          </p:nvPr>
        </p:nvSpPr>
        <p:spPr>
          <a:xfrm>
            <a:off x="4832400" y="1152469"/>
            <a:ext cx="3999825" cy="3563775"/>
          </a:xfrm>
          <a:prstGeom prst="rect">
            <a:avLst/>
          </a:prstGeom>
          <a:noFill/>
          <a:ln>
            <a:noFill/>
          </a:ln>
        </p:spPr>
        <p:txBody>
          <a:bodyPr anchorCtr="0" anchor="t" bIns="91425" lIns="91425" spcFirstLastPara="1" rIns="91425" wrap="square" tIns="91425">
            <a:noAutofit/>
          </a:bodyPr>
          <a:lstStyle>
            <a:lvl1pPr indent="-349250" lvl="0" marL="457200" algn="l">
              <a:lnSpc>
                <a:spcPct val="100000"/>
              </a:lnSpc>
              <a:spcBef>
                <a:spcPts val="0"/>
              </a:spcBef>
              <a:spcAft>
                <a:spcPts val="0"/>
              </a:spcAft>
              <a:buSzPts val="1900"/>
              <a:buChar char="●"/>
              <a:defRPr sz="1400"/>
            </a:lvl1pPr>
            <a:lvl2pPr indent="-330200" lvl="1" marL="914400" algn="l">
              <a:lnSpc>
                <a:spcPct val="100000"/>
              </a:lnSpc>
              <a:spcBef>
                <a:spcPts val="600"/>
              </a:spcBef>
              <a:spcAft>
                <a:spcPts val="0"/>
              </a:spcAft>
              <a:buSzPts val="1600"/>
              <a:buChar char="○"/>
              <a:defRPr sz="1200"/>
            </a:lvl2pPr>
            <a:lvl3pPr indent="-330200" lvl="2" marL="1371600" algn="l">
              <a:lnSpc>
                <a:spcPct val="100000"/>
              </a:lnSpc>
              <a:spcBef>
                <a:spcPts val="600"/>
              </a:spcBef>
              <a:spcAft>
                <a:spcPts val="0"/>
              </a:spcAft>
              <a:buSzPts val="1600"/>
              <a:buChar char="■"/>
              <a:defRPr sz="1200"/>
            </a:lvl3pPr>
            <a:lvl4pPr indent="-330200" lvl="3" marL="1828800" algn="l">
              <a:lnSpc>
                <a:spcPct val="100000"/>
              </a:lnSpc>
              <a:spcBef>
                <a:spcPts val="600"/>
              </a:spcBef>
              <a:spcAft>
                <a:spcPts val="0"/>
              </a:spcAft>
              <a:buSzPts val="1600"/>
              <a:buChar char="●"/>
              <a:defRPr sz="1200"/>
            </a:lvl4pPr>
            <a:lvl5pPr indent="-330200" lvl="4" marL="2286000" algn="l">
              <a:lnSpc>
                <a:spcPct val="100000"/>
              </a:lnSpc>
              <a:spcBef>
                <a:spcPts val="600"/>
              </a:spcBef>
              <a:spcAft>
                <a:spcPts val="0"/>
              </a:spcAft>
              <a:buSzPts val="1600"/>
              <a:buChar char="○"/>
              <a:defRPr sz="1200"/>
            </a:lvl5pPr>
            <a:lvl6pPr indent="-330200" lvl="5" marL="2743200" algn="l">
              <a:lnSpc>
                <a:spcPct val="100000"/>
              </a:lnSpc>
              <a:spcBef>
                <a:spcPts val="600"/>
              </a:spcBef>
              <a:spcAft>
                <a:spcPts val="0"/>
              </a:spcAft>
              <a:buSzPts val="1600"/>
              <a:buChar char="■"/>
              <a:defRPr sz="1200"/>
            </a:lvl6pPr>
            <a:lvl7pPr indent="-330200" lvl="6" marL="3200400" algn="l">
              <a:lnSpc>
                <a:spcPct val="100000"/>
              </a:lnSpc>
              <a:spcBef>
                <a:spcPts val="600"/>
              </a:spcBef>
              <a:spcAft>
                <a:spcPts val="0"/>
              </a:spcAft>
              <a:buSzPts val="1600"/>
              <a:buChar char="●"/>
              <a:defRPr sz="1200"/>
            </a:lvl7pPr>
            <a:lvl8pPr indent="-330200" lvl="7" marL="3657600" algn="l">
              <a:lnSpc>
                <a:spcPct val="100000"/>
              </a:lnSpc>
              <a:spcBef>
                <a:spcPts val="600"/>
              </a:spcBef>
              <a:spcAft>
                <a:spcPts val="0"/>
              </a:spcAft>
              <a:buSzPts val="1600"/>
              <a:buChar char="○"/>
              <a:defRPr sz="1200"/>
            </a:lvl8pPr>
            <a:lvl9pPr indent="-330200" lvl="8" marL="4114800" algn="l">
              <a:lnSpc>
                <a:spcPct val="100000"/>
              </a:lnSpc>
              <a:spcBef>
                <a:spcPts val="600"/>
              </a:spcBef>
              <a:spcAft>
                <a:spcPts val="600"/>
              </a:spcAft>
              <a:buSzPts val="1600"/>
              <a:buChar char="■"/>
              <a:defRPr sz="1200"/>
            </a:lvl9pPr>
          </a:lstStyle>
          <a:p/>
        </p:txBody>
      </p:sp>
      <p:sp>
        <p:nvSpPr>
          <p:cNvPr id="41" name="Google Shape;41;p5"/>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5"/>
          <p:cNvSpPr/>
          <p:nvPr/>
        </p:nvSpPr>
        <p:spPr>
          <a:xfrm rot="10800000">
            <a:off x="-2125" y="-19"/>
            <a:ext cx="9155025" cy="273600"/>
          </a:xfrm>
          <a:prstGeom prst="round2SameRect">
            <a:avLst>
              <a:gd fmla="val 12503" name="adj1"/>
              <a:gd fmla="val 0" name="adj2"/>
            </a:avLst>
          </a:prstGeom>
          <a:solidFill>
            <a:srgbClr val="0B5394"/>
          </a:solidFill>
          <a:ln cap="flat" cmpd="sng" w="190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387875"/>
            <a:ext cx="8520525" cy="572625"/>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5" name="Google Shape;45;p6"/>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5308650" cy="755775"/>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sz="2400"/>
            </a:lvl1pPr>
            <a:lvl2pPr lvl="1" algn="l">
              <a:lnSpc>
                <a:spcPct val="100000"/>
              </a:lnSpc>
              <a:spcBef>
                <a:spcPts val="0"/>
              </a:spcBef>
              <a:spcAft>
                <a:spcPts val="0"/>
              </a:spcAft>
              <a:buSzPts val="3200"/>
              <a:buNone/>
              <a:defRPr sz="2400"/>
            </a:lvl2pPr>
            <a:lvl3pPr lvl="2" algn="l">
              <a:lnSpc>
                <a:spcPct val="100000"/>
              </a:lnSpc>
              <a:spcBef>
                <a:spcPts val="0"/>
              </a:spcBef>
              <a:spcAft>
                <a:spcPts val="0"/>
              </a:spcAft>
              <a:buSzPts val="3200"/>
              <a:buNone/>
              <a:defRPr sz="2400"/>
            </a:lvl3pPr>
            <a:lvl4pPr lvl="3" algn="l">
              <a:lnSpc>
                <a:spcPct val="100000"/>
              </a:lnSpc>
              <a:spcBef>
                <a:spcPts val="0"/>
              </a:spcBef>
              <a:spcAft>
                <a:spcPts val="0"/>
              </a:spcAft>
              <a:buSzPts val="3200"/>
              <a:buNone/>
              <a:defRPr sz="2400"/>
            </a:lvl4pPr>
            <a:lvl5pPr lvl="4" algn="l">
              <a:lnSpc>
                <a:spcPct val="100000"/>
              </a:lnSpc>
              <a:spcBef>
                <a:spcPts val="0"/>
              </a:spcBef>
              <a:spcAft>
                <a:spcPts val="0"/>
              </a:spcAft>
              <a:buSzPts val="3200"/>
              <a:buNone/>
              <a:defRPr sz="2400"/>
            </a:lvl5pPr>
            <a:lvl6pPr lvl="5" algn="l">
              <a:lnSpc>
                <a:spcPct val="100000"/>
              </a:lnSpc>
              <a:spcBef>
                <a:spcPts val="0"/>
              </a:spcBef>
              <a:spcAft>
                <a:spcPts val="0"/>
              </a:spcAft>
              <a:buSzPts val="3200"/>
              <a:buNone/>
              <a:defRPr sz="2400"/>
            </a:lvl6pPr>
            <a:lvl7pPr lvl="6" algn="l">
              <a:lnSpc>
                <a:spcPct val="100000"/>
              </a:lnSpc>
              <a:spcBef>
                <a:spcPts val="0"/>
              </a:spcBef>
              <a:spcAft>
                <a:spcPts val="0"/>
              </a:spcAft>
              <a:buSzPts val="3200"/>
              <a:buNone/>
              <a:defRPr sz="2400"/>
            </a:lvl7pPr>
            <a:lvl8pPr lvl="7" algn="l">
              <a:lnSpc>
                <a:spcPct val="100000"/>
              </a:lnSpc>
              <a:spcBef>
                <a:spcPts val="0"/>
              </a:spcBef>
              <a:spcAft>
                <a:spcPts val="0"/>
              </a:spcAft>
              <a:buSzPts val="3200"/>
              <a:buNone/>
              <a:defRPr sz="2400"/>
            </a:lvl8pPr>
            <a:lvl9pPr lvl="8" algn="l">
              <a:lnSpc>
                <a:spcPct val="100000"/>
              </a:lnSpc>
              <a:spcBef>
                <a:spcPts val="0"/>
              </a:spcBef>
              <a:spcAft>
                <a:spcPts val="0"/>
              </a:spcAft>
              <a:buSzPts val="3200"/>
              <a:buNone/>
              <a:defRPr sz="2400"/>
            </a:lvl9pPr>
          </a:lstStyle>
          <a:p/>
        </p:txBody>
      </p:sp>
      <p:sp>
        <p:nvSpPr>
          <p:cNvPr id="48" name="Google Shape;48;p7"/>
          <p:cNvSpPr txBox="1"/>
          <p:nvPr>
            <p:ph idx="1" type="body"/>
          </p:nvPr>
        </p:nvSpPr>
        <p:spPr>
          <a:xfrm>
            <a:off x="311700" y="1389600"/>
            <a:ext cx="2808000" cy="3179475"/>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Char char="●"/>
              <a:defRPr sz="1200"/>
            </a:lvl1pPr>
            <a:lvl2pPr indent="-330200" lvl="1" marL="914400" algn="l">
              <a:lnSpc>
                <a:spcPct val="100000"/>
              </a:lnSpc>
              <a:spcBef>
                <a:spcPts val="600"/>
              </a:spcBef>
              <a:spcAft>
                <a:spcPts val="0"/>
              </a:spcAft>
              <a:buSzPts val="1600"/>
              <a:buChar char="○"/>
              <a:defRPr sz="1200"/>
            </a:lvl2pPr>
            <a:lvl3pPr indent="-330200" lvl="2" marL="1371600" algn="l">
              <a:lnSpc>
                <a:spcPct val="100000"/>
              </a:lnSpc>
              <a:spcBef>
                <a:spcPts val="600"/>
              </a:spcBef>
              <a:spcAft>
                <a:spcPts val="0"/>
              </a:spcAft>
              <a:buSzPts val="1600"/>
              <a:buChar char="■"/>
              <a:defRPr sz="1200"/>
            </a:lvl3pPr>
            <a:lvl4pPr indent="-330200" lvl="3" marL="1828800" algn="l">
              <a:lnSpc>
                <a:spcPct val="100000"/>
              </a:lnSpc>
              <a:spcBef>
                <a:spcPts val="600"/>
              </a:spcBef>
              <a:spcAft>
                <a:spcPts val="0"/>
              </a:spcAft>
              <a:buSzPts val="1600"/>
              <a:buChar char="●"/>
              <a:defRPr sz="1200"/>
            </a:lvl4pPr>
            <a:lvl5pPr indent="-330200" lvl="4" marL="2286000" algn="l">
              <a:lnSpc>
                <a:spcPct val="100000"/>
              </a:lnSpc>
              <a:spcBef>
                <a:spcPts val="600"/>
              </a:spcBef>
              <a:spcAft>
                <a:spcPts val="0"/>
              </a:spcAft>
              <a:buSzPts val="1600"/>
              <a:buChar char="○"/>
              <a:defRPr sz="1200"/>
            </a:lvl5pPr>
            <a:lvl6pPr indent="-330200" lvl="5" marL="2743200" algn="l">
              <a:lnSpc>
                <a:spcPct val="100000"/>
              </a:lnSpc>
              <a:spcBef>
                <a:spcPts val="600"/>
              </a:spcBef>
              <a:spcAft>
                <a:spcPts val="0"/>
              </a:spcAft>
              <a:buSzPts val="1600"/>
              <a:buChar char="■"/>
              <a:defRPr sz="1200"/>
            </a:lvl6pPr>
            <a:lvl7pPr indent="-330200" lvl="6" marL="3200400" algn="l">
              <a:lnSpc>
                <a:spcPct val="100000"/>
              </a:lnSpc>
              <a:spcBef>
                <a:spcPts val="600"/>
              </a:spcBef>
              <a:spcAft>
                <a:spcPts val="0"/>
              </a:spcAft>
              <a:buSzPts val="1600"/>
              <a:buChar char="●"/>
              <a:defRPr sz="1200"/>
            </a:lvl7pPr>
            <a:lvl8pPr indent="-330200" lvl="7" marL="3657600" algn="l">
              <a:lnSpc>
                <a:spcPct val="100000"/>
              </a:lnSpc>
              <a:spcBef>
                <a:spcPts val="600"/>
              </a:spcBef>
              <a:spcAft>
                <a:spcPts val="0"/>
              </a:spcAft>
              <a:buSzPts val="1600"/>
              <a:buChar char="○"/>
              <a:defRPr sz="1200"/>
            </a:lvl8pPr>
            <a:lvl9pPr indent="-330200" lvl="8" marL="4114800" algn="l">
              <a:lnSpc>
                <a:spcPct val="100000"/>
              </a:lnSpc>
              <a:spcBef>
                <a:spcPts val="600"/>
              </a:spcBef>
              <a:spcAft>
                <a:spcPts val="600"/>
              </a:spcAft>
              <a:buSzPts val="1600"/>
              <a:buChar char="■"/>
              <a:defRPr sz="1200"/>
            </a:lvl9pPr>
          </a:lstStyle>
          <a:p/>
        </p:txBody>
      </p:sp>
      <p:sp>
        <p:nvSpPr>
          <p:cNvPr id="49" name="Google Shape;49;p7"/>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0" name="Shape 50"/>
        <p:cNvGrpSpPr/>
        <p:nvPr/>
      </p:nvGrpSpPr>
      <p:grpSpPr>
        <a:xfrm>
          <a:off x="0" y="0"/>
          <a:ext cx="0" cy="0"/>
          <a:chOff x="0" y="0"/>
          <a:chExt cx="0" cy="0"/>
        </a:xfrm>
      </p:grpSpPr>
      <p:sp>
        <p:nvSpPr>
          <p:cNvPr id="51" name="Google Shape;51;p8"/>
          <p:cNvSpPr txBox="1"/>
          <p:nvPr>
            <p:ph type="title"/>
          </p:nvPr>
        </p:nvSpPr>
        <p:spPr>
          <a:xfrm>
            <a:off x="490250" y="450150"/>
            <a:ext cx="6367725" cy="4090725"/>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3600"/>
            </a:lvl1pPr>
            <a:lvl2pPr lvl="1" algn="l">
              <a:lnSpc>
                <a:spcPct val="100000"/>
              </a:lnSpc>
              <a:spcBef>
                <a:spcPts val="0"/>
              </a:spcBef>
              <a:spcAft>
                <a:spcPts val="0"/>
              </a:spcAft>
              <a:buSzPts val="6400"/>
              <a:buNone/>
              <a:defRPr sz="4800"/>
            </a:lvl2pPr>
            <a:lvl3pPr lvl="2" algn="l">
              <a:lnSpc>
                <a:spcPct val="100000"/>
              </a:lnSpc>
              <a:spcBef>
                <a:spcPts val="0"/>
              </a:spcBef>
              <a:spcAft>
                <a:spcPts val="0"/>
              </a:spcAft>
              <a:buSzPts val="6400"/>
              <a:buNone/>
              <a:defRPr sz="4800"/>
            </a:lvl3pPr>
            <a:lvl4pPr lvl="3" algn="l">
              <a:lnSpc>
                <a:spcPct val="100000"/>
              </a:lnSpc>
              <a:spcBef>
                <a:spcPts val="0"/>
              </a:spcBef>
              <a:spcAft>
                <a:spcPts val="0"/>
              </a:spcAft>
              <a:buSzPts val="6400"/>
              <a:buNone/>
              <a:defRPr sz="4800"/>
            </a:lvl4pPr>
            <a:lvl5pPr lvl="4" algn="l">
              <a:lnSpc>
                <a:spcPct val="100000"/>
              </a:lnSpc>
              <a:spcBef>
                <a:spcPts val="0"/>
              </a:spcBef>
              <a:spcAft>
                <a:spcPts val="0"/>
              </a:spcAft>
              <a:buSzPts val="6400"/>
              <a:buNone/>
              <a:defRPr sz="4800"/>
            </a:lvl5pPr>
            <a:lvl6pPr lvl="5" algn="l">
              <a:lnSpc>
                <a:spcPct val="100000"/>
              </a:lnSpc>
              <a:spcBef>
                <a:spcPts val="0"/>
              </a:spcBef>
              <a:spcAft>
                <a:spcPts val="0"/>
              </a:spcAft>
              <a:buSzPts val="6400"/>
              <a:buNone/>
              <a:defRPr sz="4800"/>
            </a:lvl6pPr>
            <a:lvl7pPr lvl="6" algn="l">
              <a:lnSpc>
                <a:spcPct val="100000"/>
              </a:lnSpc>
              <a:spcBef>
                <a:spcPts val="0"/>
              </a:spcBef>
              <a:spcAft>
                <a:spcPts val="0"/>
              </a:spcAft>
              <a:buSzPts val="6400"/>
              <a:buNone/>
              <a:defRPr sz="4800"/>
            </a:lvl7pPr>
            <a:lvl8pPr lvl="7" algn="l">
              <a:lnSpc>
                <a:spcPct val="100000"/>
              </a:lnSpc>
              <a:spcBef>
                <a:spcPts val="0"/>
              </a:spcBef>
              <a:spcAft>
                <a:spcPts val="0"/>
              </a:spcAft>
              <a:buSzPts val="6400"/>
              <a:buNone/>
              <a:defRPr sz="4800"/>
            </a:lvl8pPr>
            <a:lvl9pPr lvl="8" algn="l">
              <a:lnSpc>
                <a:spcPct val="100000"/>
              </a:lnSpc>
              <a:spcBef>
                <a:spcPts val="0"/>
              </a:spcBef>
              <a:spcAft>
                <a:spcPts val="0"/>
              </a:spcAft>
              <a:buSzPts val="6400"/>
              <a:buNone/>
              <a:defRPr sz="4800"/>
            </a:lvl9pPr>
          </a:lstStyle>
          <a:p/>
        </p:txBody>
      </p:sp>
      <p:sp>
        <p:nvSpPr>
          <p:cNvPr id="52" name="Google Shape;52;p8"/>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 name="Shape 53"/>
        <p:cNvGrpSpPr/>
        <p:nvPr/>
      </p:nvGrpSpPr>
      <p:grpSpPr>
        <a:xfrm>
          <a:off x="0" y="0"/>
          <a:ext cx="0" cy="0"/>
          <a:chOff x="0" y="0"/>
          <a:chExt cx="0" cy="0"/>
        </a:xfrm>
      </p:grpSpPr>
      <p:sp>
        <p:nvSpPr>
          <p:cNvPr id="54" name="Google Shape;54;p9"/>
          <p:cNvSpPr/>
          <p:nvPr/>
        </p:nvSpPr>
        <p:spPr>
          <a:xfrm>
            <a:off x="4572000" y="204113"/>
            <a:ext cx="4572000" cy="4602375"/>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p9"/>
          <p:cNvSpPr txBox="1"/>
          <p:nvPr>
            <p:ph type="title"/>
          </p:nvPr>
        </p:nvSpPr>
        <p:spPr>
          <a:xfrm>
            <a:off x="265500" y="1233175"/>
            <a:ext cx="4045275"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3200"/>
            </a:lvl1pPr>
            <a:lvl2pPr lvl="1" algn="ctr">
              <a:lnSpc>
                <a:spcPct val="100000"/>
              </a:lnSpc>
              <a:spcBef>
                <a:spcPts val="0"/>
              </a:spcBef>
              <a:spcAft>
                <a:spcPts val="0"/>
              </a:spcAft>
              <a:buSzPts val="5600"/>
              <a:buNone/>
              <a:defRPr sz="4200"/>
            </a:lvl2pPr>
            <a:lvl3pPr lvl="2" algn="ctr">
              <a:lnSpc>
                <a:spcPct val="100000"/>
              </a:lnSpc>
              <a:spcBef>
                <a:spcPts val="0"/>
              </a:spcBef>
              <a:spcAft>
                <a:spcPts val="0"/>
              </a:spcAft>
              <a:buSzPts val="5600"/>
              <a:buNone/>
              <a:defRPr sz="4200"/>
            </a:lvl3pPr>
            <a:lvl4pPr lvl="3" algn="ctr">
              <a:lnSpc>
                <a:spcPct val="100000"/>
              </a:lnSpc>
              <a:spcBef>
                <a:spcPts val="0"/>
              </a:spcBef>
              <a:spcAft>
                <a:spcPts val="0"/>
              </a:spcAft>
              <a:buSzPts val="5600"/>
              <a:buNone/>
              <a:defRPr sz="4200"/>
            </a:lvl4pPr>
            <a:lvl5pPr lvl="4" algn="ctr">
              <a:lnSpc>
                <a:spcPct val="100000"/>
              </a:lnSpc>
              <a:spcBef>
                <a:spcPts val="0"/>
              </a:spcBef>
              <a:spcAft>
                <a:spcPts val="0"/>
              </a:spcAft>
              <a:buSzPts val="5600"/>
              <a:buNone/>
              <a:defRPr sz="4200"/>
            </a:lvl5pPr>
            <a:lvl6pPr lvl="5" algn="ctr">
              <a:lnSpc>
                <a:spcPct val="100000"/>
              </a:lnSpc>
              <a:spcBef>
                <a:spcPts val="0"/>
              </a:spcBef>
              <a:spcAft>
                <a:spcPts val="0"/>
              </a:spcAft>
              <a:buSzPts val="5600"/>
              <a:buNone/>
              <a:defRPr sz="4200"/>
            </a:lvl6pPr>
            <a:lvl7pPr lvl="6" algn="ctr">
              <a:lnSpc>
                <a:spcPct val="100000"/>
              </a:lnSpc>
              <a:spcBef>
                <a:spcPts val="0"/>
              </a:spcBef>
              <a:spcAft>
                <a:spcPts val="0"/>
              </a:spcAft>
              <a:buSzPts val="5600"/>
              <a:buNone/>
              <a:defRPr sz="4200"/>
            </a:lvl7pPr>
            <a:lvl8pPr lvl="7" algn="ctr">
              <a:lnSpc>
                <a:spcPct val="100000"/>
              </a:lnSpc>
              <a:spcBef>
                <a:spcPts val="0"/>
              </a:spcBef>
              <a:spcAft>
                <a:spcPts val="0"/>
              </a:spcAft>
              <a:buSzPts val="5600"/>
              <a:buNone/>
              <a:defRPr sz="4200"/>
            </a:lvl8pPr>
            <a:lvl9pPr lvl="8" algn="ctr">
              <a:lnSpc>
                <a:spcPct val="100000"/>
              </a:lnSpc>
              <a:spcBef>
                <a:spcPts val="0"/>
              </a:spcBef>
              <a:spcAft>
                <a:spcPts val="0"/>
              </a:spcAft>
              <a:buSzPts val="5600"/>
              <a:buNone/>
              <a:defRPr sz="4200"/>
            </a:lvl9pPr>
          </a:lstStyle>
          <a:p/>
        </p:txBody>
      </p:sp>
      <p:sp>
        <p:nvSpPr>
          <p:cNvPr id="56" name="Google Shape;56;p9"/>
          <p:cNvSpPr txBox="1"/>
          <p:nvPr>
            <p:ph idx="1" type="subTitle"/>
          </p:nvPr>
        </p:nvSpPr>
        <p:spPr>
          <a:xfrm>
            <a:off x="265500" y="2803075"/>
            <a:ext cx="4045275" cy="1235025"/>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sz="2100"/>
            </a:lvl2pPr>
            <a:lvl3pPr lvl="2" algn="ctr">
              <a:lnSpc>
                <a:spcPct val="100000"/>
              </a:lnSpc>
              <a:spcBef>
                <a:spcPts val="0"/>
              </a:spcBef>
              <a:spcAft>
                <a:spcPts val="0"/>
              </a:spcAft>
              <a:buSzPts val="2800"/>
              <a:buNone/>
              <a:defRPr sz="2100"/>
            </a:lvl3pPr>
            <a:lvl4pPr lvl="3" algn="ctr">
              <a:lnSpc>
                <a:spcPct val="100000"/>
              </a:lnSpc>
              <a:spcBef>
                <a:spcPts val="0"/>
              </a:spcBef>
              <a:spcAft>
                <a:spcPts val="0"/>
              </a:spcAft>
              <a:buSzPts val="2800"/>
              <a:buNone/>
              <a:defRPr sz="2100"/>
            </a:lvl4pPr>
            <a:lvl5pPr lvl="4" algn="ctr">
              <a:lnSpc>
                <a:spcPct val="100000"/>
              </a:lnSpc>
              <a:spcBef>
                <a:spcPts val="0"/>
              </a:spcBef>
              <a:spcAft>
                <a:spcPts val="0"/>
              </a:spcAft>
              <a:buSzPts val="2800"/>
              <a:buNone/>
              <a:defRPr sz="2100"/>
            </a:lvl5pPr>
            <a:lvl6pPr lvl="5" algn="ctr">
              <a:lnSpc>
                <a:spcPct val="100000"/>
              </a:lnSpc>
              <a:spcBef>
                <a:spcPts val="0"/>
              </a:spcBef>
              <a:spcAft>
                <a:spcPts val="0"/>
              </a:spcAft>
              <a:buSzPts val="2800"/>
              <a:buNone/>
              <a:defRPr sz="2100"/>
            </a:lvl6pPr>
            <a:lvl7pPr lvl="6" algn="ctr">
              <a:lnSpc>
                <a:spcPct val="100000"/>
              </a:lnSpc>
              <a:spcBef>
                <a:spcPts val="0"/>
              </a:spcBef>
              <a:spcAft>
                <a:spcPts val="0"/>
              </a:spcAft>
              <a:buSzPts val="2800"/>
              <a:buNone/>
              <a:defRPr sz="2100"/>
            </a:lvl7pPr>
            <a:lvl8pPr lvl="7" algn="ctr">
              <a:lnSpc>
                <a:spcPct val="100000"/>
              </a:lnSpc>
              <a:spcBef>
                <a:spcPts val="0"/>
              </a:spcBef>
              <a:spcAft>
                <a:spcPts val="0"/>
              </a:spcAft>
              <a:buSzPts val="2800"/>
              <a:buNone/>
              <a:defRPr sz="2100"/>
            </a:lvl8pPr>
            <a:lvl9pPr lvl="8" algn="ctr">
              <a:lnSpc>
                <a:spcPct val="100000"/>
              </a:lnSpc>
              <a:spcBef>
                <a:spcPts val="0"/>
              </a:spcBef>
              <a:spcAft>
                <a:spcPts val="0"/>
              </a:spcAft>
              <a:buSzPts val="2800"/>
              <a:buNone/>
              <a:defRPr sz="2100"/>
            </a:lvl9pPr>
          </a:lstStyle>
          <a:p/>
        </p:txBody>
      </p:sp>
      <p:sp>
        <p:nvSpPr>
          <p:cNvPr id="57" name="Google Shape;57;p9"/>
          <p:cNvSpPr txBox="1"/>
          <p:nvPr>
            <p:ph idx="2" type="body"/>
          </p:nvPr>
        </p:nvSpPr>
        <p:spPr>
          <a:xfrm>
            <a:off x="4939500" y="724075"/>
            <a:ext cx="3836925" cy="3695175"/>
          </a:xfrm>
          <a:prstGeom prst="rect">
            <a:avLst/>
          </a:prstGeom>
          <a:noFill/>
          <a:ln>
            <a:noFill/>
          </a:ln>
        </p:spPr>
        <p:txBody>
          <a:bodyPr anchorCtr="0" anchor="ctr" bIns="91425" lIns="91425" spcFirstLastPara="1" rIns="91425" wrap="square" tIns="91425">
            <a:noAutofit/>
          </a:bodyPr>
          <a:lstStyle>
            <a:lvl1pPr indent="-406400" lvl="0" marL="457200" algn="l">
              <a:lnSpc>
                <a:spcPct val="100000"/>
              </a:lnSpc>
              <a:spcBef>
                <a:spcPts val="0"/>
              </a:spcBef>
              <a:spcAft>
                <a:spcPts val="0"/>
              </a:spcAft>
              <a:buSzPts val="2800"/>
              <a:buChar char="●"/>
              <a:defRPr/>
            </a:lvl1pPr>
            <a:lvl2pPr indent="-393700" lvl="1" marL="914400" algn="l">
              <a:lnSpc>
                <a:spcPct val="100000"/>
              </a:lnSpc>
              <a:spcBef>
                <a:spcPts val="600"/>
              </a:spcBef>
              <a:spcAft>
                <a:spcPts val="0"/>
              </a:spcAft>
              <a:buSzPts val="2600"/>
              <a:buChar char="○"/>
              <a:defRPr/>
            </a:lvl2pPr>
            <a:lvl3pPr indent="-381000" lvl="2" marL="1371600" algn="l">
              <a:lnSpc>
                <a:spcPct val="100000"/>
              </a:lnSpc>
              <a:spcBef>
                <a:spcPts val="600"/>
              </a:spcBef>
              <a:spcAft>
                <a:spcPts val="0"/>
              </a:spcAft>
              <a:buSzPts val="2400"/>
              <a:buChar char="■"/>
              <a:defRPr/>
            </a:lvl3pPr>
            <a:lvl4pPr indent="-381000" lvl="3" marL="1828800" algn="l">
              <a:lnSpc>
                <a:spcPct val="100000"/>
              </a:lnSpc>
              <a:spcBef>
                <a:spcPts val="600"/>
              </a:spcBef>
              <a:spcAft>
                <a:spcPts val="0"/>
              </a:spcAft>
              <a:buSzPts val="2400"/>
              <a:buChar char="●"/>
              <a:defRPr/>
            </a:lvl4pPr>
            <a:lvl5pPr indent="-381000" lvl="4" marL="2286000" algn="l">
              <a:lnSpc>
                <a:spcPct val="100000"/>
              </a:lnSpc>
              <a:spcBef>
                <a:spcPts val="600"/>
              </a:spcBef>
              <a:spcAft>
                <a:spcPts val="0"/>
              </a:spcAft>
              <a:buSzPts val="2400"/>
              <a:buChar char="○"/>
              <a:defRPr/>
            </a:lvl5pPr>
            <a:lvl6pPr indent="-381000" lvl="5" marL="2743200" algn="l">
              <a:lnSpc>
                <a:spcPct val="100000"/>
              </a:lnSpc>
              <a:spcBef>
                <a:spcPts val="600"/>
              </a:spcBef>
              <a:spcAft>
                <a:spcPts val="0"/>
              </a:spcAft>
              <a:buSzPts val="2400"/>
              <a:buChar char="■"/>
              <a:defRPr/>
            </a:lvl6pPr>
            <a:lvl7pPr indent="-381000" lvl="6" marL="3200400" algn="l">
              <a:lnSpc>
                <a:spcPct val="100000"/>
              </a:lnSpc>
              <a:spcBef>
                <a:spcPts val="600"/>
              </a:spcBef>
              <a:spcAft>
                <a:spcPts val="0"/>
              </a:spcAft>
              <a:buSzPts val="2400"/>
              <a:buChar char="●"/>
              <a:defRPr/>
            </a:lvl7pPr>
            <a:lvl8pPr indent="-381000" lvl="7" marL="3657600" algn="l">
              <a:lnSpc>
                <a:spcPct val="100000"/>
              </a:lnSpc>
              <a:spcBef>
                <a:spcPts val="600"/>
              </a:spcBef>
              <a:spcAft>
                <a:spcPts val="0"/>
              </a:spcAft>
              <a:buSzPts val="2400"/>
              <a:buChar char="○"/>
              <a:defRPr/>
            </a:lvl8pPr>
            <a:lvl9pPr indent="-381000" lvl="8" marL="4114800" algn="l">
              <a:lnSpc>
                <a:spcPct val="100000"/>
              </a:lnSpc>
              <a:spcBef>
                <a:spcPts val="600"/>
              </a:spcBef>
              <a:spcAft>
                <a:spcPts val="600"/>
              </a:spcAft>
              <a:buSzPts val="2400"/>
              <a:buChar char="■"/>
              <a:defRPr/>
            </a:lvl9pPr>
          </a:lstStyle>
          <a:p/>
        </p:txBody>
      </p:sp>
      <p:sp>
        <p:nvSpPr>
          <p:cNvPr id="58" name="Google Shape;58;p9"/>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9" name="Shape 59"/>
        <p:cNvGrpSpPr/>
        <p:nvPr/>
      </p:nvGrpSpPr>
      <p:grpSpPr>
        <a:xfrm>
          <a:off x="0" y="0"/>
          <a:ext cx="0" cy="0"/>
          <a:chOff x="0" y="0"/>
          <a:chExt cx="0" cy="0"/>
        </a:xfrm>
      </p:grpSpPr>
      <p:sp>
        <p:nvSpPr>
          <p:cNvPr id="60" name="Google Shape;60;p10"/>
          <p:cNvSpPr txBox="1"/>
          <p:nvPr>
            <p:ph idx="1" type="body"/>
          </p:nvPr>
        </p:nvSpPr>
        <p:spPr>
          <a:xfrm>
            <a:off x="311700" y="4329994"/>
            <a:ext cx="5998725" cy="476325"/>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2800"/>
              <a:buNone/>
              <a:defRPr/>
            </a:lvl1pPr>
            <a:lvl2pPr indent="-393700" lvl="1" marL="914400" algn="l">
              <a:lnSpc>
                <a:spcPct val="100000"/>
              </a:lnSpc>
              <a:spcBef>
                <a:spcPts val="800"/>
              </a:spcBef>
              <a:spcAft>
                <a:spcPts val="0"/>
              </a:spcAft>
              <a:buSzPts val="2600"/>
              <a:buChar char="○"/>
              <a:defRPr/>
            </a:lvl2pPr>
            <a:lvl3pPr indent="-381000" lvl="2" marL="1371600" algn="l">
              <a:lnSpc>
                <a:spcPct val="100000"/>
              </a:lnSpc>
              <a:spcBef>
                <a:spcPts val="800"/>
              </a:spcBef>
              <a:spcAft>
                <a:spcPts val="0"/>
              </a:spcAft>
              <a:buSzPts val="2400"/>
              <a:buChar char="■"/>
              <a:defRPr/>
            </a:lvl3pPr>
            <a:lvl4pPr indent="-381000" lvl="3" marL="1828800" algn="l">
              <a:lnSpc>
                <a:spcPct val="100000"/>
              </a:lnSpc>
              <a:spcBef>
                <a:spcPts val="800"/>
              </a:spcBef>
              <a:spcAft>
                <a:spcPts val="0"/>
              </a:spcAft>
              <a:buSzPts val="2400"/>
              <a:buChar char="●"/>
              <a:defRPr/>
            </a:lvl4pPr>
            <a:lvl5pPr indent="-381000" lvl="4" marL="2286000" algn="l">
              <a:lnSpc>
                <a:spcPct val="100000"/>
              </a:lnSpc>
              <a:spcBef>
                <a:spcPts val="800"/>
              </a:spcBef>
              <a:spcAft>
                <a:spcPts val="0"/>
              </a:spcAft>
              <a:buSzPts val="2400"/>
              <a:buChar char="○"/>
              <a:defRPr/>
            </a:lvl5pPr>
            <a:lvl6pPr indent="-381000" lvl="5" marL="2743200" algn="l">
              <a:lnSpc>
                <a:spcPct val="100000"/>
              </a:lnSpc>
              <a:spcBef>
                <a:spcPts val="800"/>
              </a:spcBef>
              <a:spcAft>
                <a:spcPts val="0"/>
              </a:spcAft>
              <a:buSzPts val="2400"/>
              <a:buChar char="■"/>
              <a:defRPr/>
            </a:lvl6pPr>
            <a:lvl7pPr indent="-381000" lvl="6" marL="3200400" algn="l">
              <a:lnSpc>
                <a:spcPct val="100000"/>
              </a:lnSpc>
              <a:spcBef>
                <a:spcPts val="800"/>
              </a:spcBef>
              <a:spcAft>
                <a:spcPts val="0"/>
              </a:spcAft>
              <a:buSzPts val="2400"/>
              <a:buChar char="●"/>
              <a:defRPr/>
            </a:lvl7pPr>
            <a:lvl8pPr indent="-381000" lvl="7" marL="3657600" algn="l">
              <a:lnSpc>
                <a:spcPct val="100000"/>
              </a:lnSpc>
              <a:spcBef>
                <a:spcPts val="800"/>
              </a:spcBef>
              <a:spcAft>
                <a:spcPts val="0"/>
              </a:spcAft>
              <a:buSzPts val="2400"/>
              <a:buChar char="○"/>
              <a:defRPr/>
            </a:lvl8pPr>
            <a:lvl9pPr indent="-381000" lvl="8" marL="4114800" algn="l">
              <a:lnSpc>
                <a:spcPct val="100000"/>
              </a:lnSpc>
              <a:spcBef>
                <a:spcPts val="800"/>
              </a:spcBef>
              <a:spcAft>
                <a:spcPts val="800"/>
              </a:spcAft>
              <a:buSzPts val="2400"/>
              <a:buChar char="■"/>
              <a:defRPr/>
            </a:lvl9pPr>
          </a:lstStyle>
          <a:p/>
        </p:txBody>
      </p:sp>
      <p:sp>
        <p:nvSpPr>
          <p:cNvPr id="61" name="Google Shape;61;p10"/>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2" name="Shape 62"/>
        <p:cNvGrpSpPr/>
        <p:nvPr/>
      </p:nvGrpSpPr>
      <p:grpSpPr>
        <a:xfrm>
          <a:off x="0" y="0"/>
          <a:ext cx="0" cy="0"/>
          <a:chOff x="0" y="0"/>
          <a:chExt cx="0" cy="0"/>
        </a:xfrm>
      </p:grpSpPr>
      <p:sp>
        <p:nvSpPr>
          <p:cNvPr id="63" name="Google Shape;63;p11"/>
          <p:cNvSpPr txBox="1"/>
          <p:nvPr>
            <p:ph type="title"/>
          </p:nvPr>
        </p:nvSpPr>
        <p:spPr>
          <a:xfrm>
            <a:off x="311700" y="1106125"/>
            <a:ext cx="8520525" cy="1963575"/>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6000"/>
              <a:buNone/>
              <a:defRPr sz="12000"/>
            </a:lvl1pPr>
            <a:lvl2pPr lvl="1" algn="ctr">
              <a:lnSpc>
                <a:spcPct val="100000"/>
              </a:lnSpc>
              <a:spcBef>
                <a:spcPts val="0"/>
              </a:spcBef>
              <a:spcAft>
                <a:spcPts val="0"/>
              </a:spcAft>
              <a:buSzPts val="16000"/>
              <a:buNone/>
              <a:defRPr sz="12000"/>
            </a:lvl2pPr>
            <a:lvl3pPr lvl="2" algn="ctr">
              <a:lnSpc>
                <a:spcPct val="100000"/>
              </a:lnSpc>
              <a:spcBef>
                <a:spcPts val="0"/>
              </a:spcBef>
              <a:spcAft>
                <a:spcPts val="0"/>
              </a:spcAft>
              <a:buSzPts val="16000"/>
              <a:buNone/>
              <a:defRPr sz="12000"/>
            </a:lvl3pPr>
            <a:lvl4pPr lvl="3" algn="ctr">
              <a:lnSpc>
                <a:spcPct val="100000"/>
              </a:lnSpc>
              <a:spcBef>
                <a:spcPts val="0"/>
              </a:spcBef>
              <a:spcAft>
                <a:spcPts val="0"/>
              </a:spcAft>
              <a:buSzPts val="16000"/>
              <a:buNone/>
              <a:defRPr sz="12000"/>
            </a:lvl4pPr>
            <a:lvl5pPr lvl="4" algn="ctr">
              <a:lnSpc>
                <a:spcPct val="100000"/>
              </a:lnSpc>
              <a:spcBef>
                <a:spcPts val="0"/>
              </a:spcBef>
              <a:spcAft>
                <a:spcPts val="0"/>
              </a:spcAft>
              <a:buSzPts val="16000"/>
              <a:buNone/>
              <a:defRPr sz="12000"/>
            </a:lvl5pPr>
            <a:lvl6pPr lvl="5" algn="ctr">
              <a:lnSpc>
                <a:spcPct val="100000"/>
              </a:lnSpc>
              <a:spcBef>
                <a:spcPts val="0"/>
              </a:spcBef>
              <a:spcAft>
                <a:spcPts val="0"/>
              </a:spcAft>
              <a:buSzPts val="16000"/>
              <a:buNone/>
              <a:defRPr sz="12000"/>
            </a:lvl6pPr>
            <a:lvl7pPr lvl="6" algn="ctr">
              <a:lnSpc>
                <a:spcPct val="100000"/>
              </a:lnSpc>
              <a:spcBef>
                <a:spcPts val="0"/>
              </a:spcBef>
              <a:spcAft>
                <a:spcPts val="0"/>
              </a:spcAft>
              <a:buSzPts val="16000"/>
              <a:buNone/>
              <a:defRPr sz="12000"/>
            </a:lvl7pPr>
            <a:lvl8pPr lvl="7" algn="ctr">
              <a:lnSpc>
                <a:spcPct val="100000"/>
              </a:lnSpc>
              <a:spcBef>
                <a:spcPts val="0"/>
              </a:spcBef>
              <a:spcAft>
                <a:spcPts val="0"/>
              </a:spcAft>
              <a:buSzPts val="16000"/>
              <a:buNone/>
              <a:defRPr sz="12000"/>
            </a:lvl8pPr>
            <a:lvl9pPr lvl="8" algn="ctr">
              <a:lnSpc>
                <a:spcPct val="100000"/>
              </a:lnSpc>
              <a:spcBef>
                <a:spcPts val="0"/>
              </a:spcBef>
              <a:spcAft>
                <a:spcPts val="0"/>
              </a:spcAft>
              <a:buSzPts val="16000"/>
              <a:buNone/>
              <a:defRPr sz="12000"/>
            </a:lvl9pPr>
          </a:lstStyle>
          <a:p/>
        </p:txBody>
      </p:sp>
      <p:sp>
        <p:nvSpPr>
          <p:cNvPr id="64" name="Google Shape;64;p11"/>
          <p:cNvSpPr txBox="1"/>
          <p:nvPr>
            <p:ph idx="1" type="body"/>
          </p:nvPr>
        </p:nvSpPr>
        <p:spPr>
          <a:xfrm>
            <a:off x="311700" y="3152225"/>
            <a:ext cx="8520525" cy="1300725"/>
          </a:xfrm>
          <a:prstGeom prst="rect">
            <a:avLst/>
          </a:prstGeom>
          <a:noFill/>
          <a:ln>
            <a:noFill/>
          </a:ln>
        </p:spPr>
        <p:txBody>
          <a:bodyPr anchorCtr="0" anchor="t" bIns="91425" lIns="91425" spcFirstLastPara="1" rIns="91425" wrap="square" tIns="91425">
            <a:noAutofit/>
          </a:bodyPr>
          <a:lstStyle>
            <a:lvl1pPr indent="-406400" lvl="0" marL="457200" algn="ctr">
              <a:lnSpc>
                <a:spcPct val="100000"/>
              </a:lnSpc>
              <a:spcBef>
                <a:spcPts val="0"/>
              </a:spcBef>
              <a:spcAft>
                <a:spcPts val="0"/>
              </a:spcAft>
              <a:buSzPts val="2800"/>
              <a:buChar char="●"/>
              <a:defRPr/>
            </a:lvl1pPr>
            <a:lvl2pPr indent="-393700" lvl="1" marL="914400" algn="ctr">
              <a:lnSpc>
                <a:spcPct val="100000"/>
              </a:lnSpc>
              <a:spcBef>
                <a:spcPts val="600"/>
              </a:spcBef>
              <a:spcAft>
                <a:spcPts val="0"/>
              </a:spcAft>
              <a:buSzPts val="2600"/>
              <a:buChar char="○"/>
              <a:defRPr/>
            </a:lvl2pPr>
            <a:lvl3pPr indent="-381000" lvl="2" marL="1371600" algn="ctr">
              <a:lnSpc>
                <a:spcPct val="100000"/>
              </a:lnSpc>
              <a:spcBef>
                <a:spcPts val="600"/>
              </a:spcBef>
              <a:spcAft>
                <a:spcPts val="0"/>
              </a:spcAft>
              <a:buSzPts val="2400"/>
              <a:buChar char="■"/>
              <a:defRPr/>
            </a:lvl3pPr>
            <a:lvl4pPr indent="-381000" lvl="3" marL="1828800" algn="ctr">
              <a:lnSpc>
                <a:spcPct val="100000"/>
              </a:lnSpc>
              <a:spcBef>
                <a:spcPts val="600"/>
              </a:spcBef>
              <a:spcAft>
                <a:spcPts val="0"/>
              </a:spcAft>
              <a:buSzPts val="2400"/>
              <a:buChar char="●"/>
              <a:defRPr/>
            </a:lvl4pPr>
            <a:lvl5pPr indent="-381000" lvl="4" marL="2286000" algn="ctr">
              <a:lnSpc>
                <a:spcPct val="100000"/>
              </a:lnSpc>
              <a:spcBef>
                <a:spcPts val="600"/>
              </a:spcBef>
              <a:spcAft>
                <a:spcPts val="0"/>
              </a:spcAft>
              <a:buSzPts val="2400"/>
              <a:buChar char="○"/>
              <a:defRPr/>
            </a:lvl5pPr>
            <a:lvl6pPr indent="-381000" lvl="5" marL="2743200" algn="ctr">
              <a:lnSpc>
                <a:spcPct val="100000"/>
              </a:lnSpc>
              <a:spcBef>
                <a:spcPts val="600"/>
              </a:spcBef>
              <a:spcAft>
                <a:spcPts val="0"/>
              </a:spcAft>
              <a:buSzPts val="2400"/>
              <a:buChar char="■"/>
              <a:defRPr/>
            </a:lvl6pPr>
            <a:lvl7pPr indent="-381000" lvl="6" marL="3200400" algn="ctr">
              <a:lnSpc>
                <a:spcPct val="100000"/>
              </a:lnSpc>
              <a:spcBef>
                <a:spcPts val="600"/>
              </a:spcBef>
              <a:spcAft>
                <a:spcPts val="0"/>
              </a:spcAft>
              <a:buSzPts val="2400"/>
              <a:buChar char="●"/>
              <a:defRPr/>
            </a:lvl7pPr>
            <a:lvl8pPr indent="-381000" lvl="7" marL="3657600" algn="ctr">
              <a:lnSpc>
                <a:spcPct val="100000"/>
              </a:lnSpc>
              <a:spcBef>
                <a:spcPts val="600"/>
              </a:spcBef>
              <a:spcAft>
                <a:spcPts val="0"/>
              </a:spcAft>
              <a:buSzPts val="2400"/>
              <a:buChar char="○"/>
              <a:defRPr/>
            </a:lvl8pPr>
            <a:lvl9pPr indent="-381000" lvl="8" marL="4114800" algn="ctr">
              <a:lnSpc>
                <a:spcPct val="100000"/>
              </a:lnSpc>
              <a:spcBef>
                <a:spcPts val="600"/>
              </a:spcBef>
              <a:spcAft>
                <a:spcPts val="600"/>
              </a:spcAft>
              <a:buSzPts val="2400"/>
              <a:buChar char="■"/>
              <a:defRPr/>
            </a:lvl9pPr>
          </a:lstStyle>
          <a:p/>
        </p:txBody>
      </p:sp>
      <p:sp>
        <p:nvSpPr>
          <p:cNvPr id="65" name="Google Shape;65;p11"/>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3"/>
          <p:cNvSpPr txBox="1"/>
          <p:nvPr>
            <p:ph type="title"/>
          </p:nvPr>
        </p:nvSpPr>
        <p:spPr>
          <a:xfrm>
            <a:off x="518309" y="544463"/>
            <a:ext cx="7743825" cy="1081800"/>
          </a:xfrm>
          <a:prstGeom prst="rect">
            <a:avLst/>
          </a:prstGeom>
          <a:noFill/>
          <a:ln>
            <a:noFill/>
          </a:ln>
        </p:spPr>
        <p:txBody>
          <a:bodyPr anchorCtr="0" anchor="b" bIns="34275" lIns="68550" spcFirstLastPara="1" rIns="68550" wrap="square" tIns="34275">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3"/>
          <p:cNvSpPr txBox="1"/>
          <p:nvPr>
            <p:ph idx="1" type="body"/>
          </p:nvPr>
        </p:nvSpPr>
        <p:spPr>
          <a:xfrm>
            <a:off x="518309" y="1755098"/>
            <a:ext cx="7743825" cy="2673225"/>
          </a:xfrm>
          <a:prstGeom prst="rect">
            <a:avLst/>
          </a:prstGeom>
          <a:noFill/>
          <a:ln>
            <a:noFill/>
          </a:ln>
        </p:spPr>
        <p:txBody>
          <a:bodyPr anchorCtr="0" anchor="t" bIns="34275" lIns="68550" spcFirstLastPara="1" rIns="68550" wrap="square" tIns="34275">
            <a:normAutofit/>
          </a:bodyPr>
          <a:lstStyle>
            <a:lvl1pPr indent="-314325" lvl="0" marL="457200" algn="l">
              <a:lnSpc>
                <a:spcPct val="110000"/>
              </a:lnSpc>
              <a:spcBef>
                <a:spcPts val="750"/>
              </a:spcBef>
              <a:spcAft>
                <a:spcPts val="0"/>
              </a:spcAft>
              <a:buSzPts val="1350"/>
              <a:buChar char="▪"/>
              <a:defRPr/>
            </a:lvl1pPr>
            <a:lvl2pPr indent="-314325" lvl="1" marL="914400" algn="l">
              <a:lnSpc>
                <a:spcPct val="110000"/>
              </a:lnSpc>
              <a:spcBef>
                <a:spcPts val="375"/>
              </a:spcBef>
              <a:spcAft>
                <a:spcPts val="0"/>
              </a:spcAft>
              <a:buSzPts val="1350"/>
              <a:buChar char="▪"/>
              <a:defRPr/>
            </a:lvl2pPr>
            <a:lvl3pPr indent="-314325" lvl="2" marL="1371600" algn="l">
              <a:lnSpc>
                <a:spcPct val="110000"/>
              </a:lnSpc>
              <a:spcBef>
                <a:spcPts val="375"/>
              </a:spcBef>
              <a:spcAft>
                <a:spcPts val="0"/>
              </a:spcAft>
              <a:buSzPts val="1350"/>
              <a:buChar char="▪"/>
              <a:defRPr/>
            </a:lvl3pPr>
            <a:lvl4pPr indent="-314325" lvl="3" marL="1828800" algn="l">
              <a:lnSpc>
                <a:spcPct val="110000"/>
              </a:lnSpc>
              <a:spcBef>
                <a:spcPts val="375"/>
              </a:spcBef>
              <a:spcAft>
                <a:spcPts val="0"/>
              </a:spcAft>
              <a:buSzPts val="1350"/>
              <a:buChar char="▪"/>
              <a:defRPr/>
            </a:lvl4pPr>
            <a:lvl5pPr indent="-314325" lvl="4" marL="2286000" algn="l">
              <a:lnSpc>
                <a:spcPct val="110000"/>
              </a:lnSpc>
              <a:spcBef>
                <a:spcPts val="375"/>
              </a:spcBef>
              <a:spcAft>
                <a:spcPts val="0"/>
              </a:spcAft>
              <a:buSzPts val="135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 name="Google Shape;71;p13"/>
          <p:cNvSpPr txBox="1"/>
          <p:nvPr>
            <p:ph idx="12" type="sldNum"/>
          </p:nvPr>
        </p:nvSpPr>
        <p:spPr>
          <a:xfrm>
            <a:off x="8252737" y="4661903"/>
            <a:ext cx="734400" cy="312750"/>
          </a:xfrm>
          <a:prstGeom prst="rect">
            <a:avLst/>
          </a:prstGeom>
          <a:noFill/>
          <a:ln>
            <a:noFill/>
          </a:ln>
        </p:spPr>
        <p:txBody>
          <a:bodyPr anchorCtr="0" anchor="ctr" bIns="34275" lIns="68550" spcFirstLastPara="1" rIns="68550" wrap="square" tIns="34275">
            <a:noAutofit/>
          </a:bodyPr>
          <a:lstStyle>
            <a:lvl1pPr indent="0" lvl="0"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0" i="0" sz="700" u="none" cap="none" strike="noStrike">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87875"/>
            <a:ext cx="8520525" cy="5726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1pPr>
            <a:lvl2pPr lvl="1"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2pPr>
            <a:lvl3pPr lvl="2"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3pPr>
            <a:lvl4pPr lvl="3"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4pPr>
            <a:lvl5pPr lvl="4"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5pPr>
            <a:lvl6pPr lvl="5"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6pPr>
            <a:lvl7pPr lvl="6"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7pPr>
            <a:lvl8pPr lvl="7"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8pPr>
            <a:lvl9pPr lvl="8"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9pPr>
          </a:lstStyle>
          <a:p/>
        </p:txBody>
      </p:sp>
      <p:sp>
        <p:nvSpPr>
          <p:cNvPr id="7" name="Google Shape;7;p1"/>
          <p:cNvSpPr txBox="1"/>
          <p:nvPr>
            <p:ph idx="1" type="body"/>
          </p:nvPr>
        </p:nvSpPr>
        <p:spPr>
          <a:xfrm>
            <a:off x="311700" y="1017656"/>
            <a:ext cx="8520525" cy="356130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100000"/>
              </a:lnSpc>
              <a:spcBef>
                <a:spcPts val="0"/>
              </a:spcBef>
              <a:spcAft>
                <a:spcPts val="0"/>
              </a:spcAft>
              <a:buClr>
                <a:srgbClr val="000000"/>
              </a:buClr>
              <a:buSzPts val="2800"/>
              <a:buFont typeface="IBM Plex Sans Condensed"/>
              <a:buChar char="●"/>
              <a:defRPr b="0" i="0" sz="2800" u="none" cap="none" strike="noStrike">
                <a:solidFill>
                  <a:srgbClr val="000000"/>
                </a:solidFill>
                <a:latin typeface="IBM Plex Sans Condensed"/>
                <a:ea typeface="IBM Plex Sans Condensed"/>
                <a:cs typeface="IBM Plex Sans Condensed"/>
                <a:sym typeface="IBM Plex Sans Condensed"/>
              </a:defRPr>
            </a:lvl1pPr>
            <a:lvl2pPr indent="-393700" lvl="1" marL="914400" marR="0" rtl="0" algn="l">
              <a:lnSpc>
                <a:spcPct val="100000"/>
              </a:lnSpc>
              <a:spcBef>
                <a:spcPts val="800"/>
              </a:spcBef>
              <a:spcAft>
                <a:spcPts val="0"/>
              </a:spcAft>
              <a:buClr>
                <a:srgbClr val="000000"/>
              </a:buClr>
              <a:buSzPts val="2600"/>
              <a:buFont typeface="IBM Plex Sans Condensed"/>
              <a:buChar char="○"/>
              <a:defRPr b="0" i="0" sz="2600" u="none" cap="none" strike="noStrike">
                <a:solidFill>
                  <a:srgbClr val="000000"/>
                </a:solidFill>
                <a:latin typeface="IBM Plex Sans Condensed"/>
                <a:ea typeface="IBM Plex Sans Condensed"/>
                <a:cs typeface="IBM Plex Sans Condensed"/>
                <a:sym typeface="IBM Plex Sans Condensed"/>
              </a:defRPr>
            </a:lvl2pPr>
            <a:lvl3pPr indent="-381000" lvl="2" marL="1371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3pPr>
            <a:lvl4pPr indent="-381000" lvl="3" marL="18288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4pPr>
            <a:lvl5pPr indent="-381000" lvl="4" marL="22860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5pPr>
            <a:lvl6pPr indent="-381000" lvl="5" marL="27432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6pPr>
            <a:lvl7pPr indent="-381000" lvl="6" marL="32004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7pPr>
            <a:lvl8pPr indent="-381000" lvl="7" marL="3657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8pPr>
            <a:lvl9pPr indent="-381000" lvl="8" marL="4114800" marR="0" rtl="0" algn="l">
              <a:lnSpc>
                <a:spcPct val="100000"/>
              </a:lnSpc>
              <a:spcBef>
                <a:spcPts val="800"/>
              </a:spcBef>
              <a:spcAft>
                <a:spcPts val="80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9pPr>
          </a:lstStyle>
          <a:p/>
        </p:txBody>
      </p:sp>
      <p:sp>
        <p:nvSpPr>
          <p:cNvPr id="8" name="Google Shape;8;p1"/>
          <p:cNvSpPr/>
          <p:nvPr/>
        </p:nvSpPr>
        <p:spPr>
          <a:xfrm>
            <a:off x="0" y="-7289"/>
            <a:ext cx="9144000" cy="196425"/>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9" name="Google Shape;9;p1"/>
          <p:cNvSpPr/>
          <p:nvPr/>
        </p:nvSpPr>
        <p:spPr>
          <a:xfrm>
            <a:off x="0" y="4961663"/>
            <a:ext cx="9144000" cy="196425"/>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10" name="Google Shape;10;p1"/>
          <p:cNvSpPr/>
          <p:nvPr/>
        </p:nvSpPr>
        <p:spPr>
          <a:xfrm>
            <a:off x="-38" y="4790475"/>
            <a:ext cx="9144000" cy="265050"/>
          </a:xfrm>
          <a:prstGeom prst="roundRect">
            <a:avLst>
              <a:gd fmla="val 16667" name="adj"/>
            </a:avLst>
          </a:prstGeom>
          <a:solidFill>
            <a:srgbClr val="0C5394"/>
          </a:solidFill>
          <a:ln cap="flat" cmpd="sng" w="9525">
            <a:solidFill>
              <a:srgbClr val="0C5394"/>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IBM Plex Sans Condensed"/>
              <a:ea typeface="IBM Plex Sans Condensed"/>
              <a:cs typeface="IBM Plex Sans Condensed"/>
              <a:sym typeface="IBM Plex Sans Condensed"/>
            </a:endParaRPr>
          </a:p>
        </p:txBody>
      </p:sp>
      <p:sp>
        <p:nvSpPr>
          <p:cNvPr id="11" name="Google Shape;11;p1"/>
          <p:cNvSpPr txBox="1"/>
          <p:nvPr/>
        </p:nvSpPr>
        <p:spPr>
          <a:xfrm rot="-462626">
            <a:off x="6618918" y="4778465"/>
            <a:ext cx="1368448" cy="323330"/>
          </a:xfrm>
          <a:prstGeom prst="rect">
            <a:avLst/>
          </a:prstGeom>
          <a:noFill/>
          <a:ln>
            <a:noFill/>
          </a:ln>
        </p:spPr>
        <p:txBody>
          <a:bodyPr anchorCtr="0" anchor="t" bIns="68550" lIns="68550" spcFirstLastPara="1" rIns="68550" wrap="square" tIns="68550">
            <a:spAutoFit/>
          </a:bodyPr>
          <a:lstStyle/>
          <a:p>
            <a:pPr indent="0" lvl="0" marL="0" marR="0" rtl="0" algn="l">
              <a:lnSpc>
                <a:spcPct val="100000"/>
              </a:lnSpc>
              <a:spcBef>
                <a:spcPts val="0"/>
              </a:spcBef>
              <a:spcAft>
                <a:spcPts val="0"/>
              </a:spcAft>
              <a:buClr>
                <a:srgbClr val="000000"/>
              </a:buClr>
              <a:buSzPts val="1600"/>
              <a:buFont typeface="Arial"/>
              <a:buNone/>
            </a:pPr>
            <a:r>
              <a:rPr b="0" i="0" lang="en" sz="1200" u="none" cap="none" strike="noStrike">
                <a:solidFill>
                  <a:srgbClr val="D2AE6C"/>
                </a:solidFill>
                <a:latin typeface="Yellowtail"/>
                <a:ea typeface="Yellowtail"/>
                <a:cs typeface="Yellowtail"/>
                <a:sym typeface="Yellowtail"/>
              </a:rPr>
              <a:t>Excellence &amp; Service</a:t>
            </a:r>
            <a:endParaRPr b="0" i="0" sz="1200" u="none" cap="none" strike="noStrike">
              <a:solidFill>
                <a:srgbClr val="D2AE6C"/>
              </a:solidFill>
              <a:latin typeface="Yellowtail"/>
              <a:ea typeface="Yellowtail"/>
              <a:cs typeface="Yellowtail"/>
              <a:sym typeface="Yellowtail"/>
            </a:endParaRPr>
          </a:p>
        </p:txBody>
      </p:sp>
      <p:sp>
        <p:nvSpPr>
          <p:cNvPr id="12" name="Google Shape;12;p1"/>
          <p:cNvSpPr txBox="1"/>
          <p:nvPr/>
        </p:nvSpPr>
        <p:spPr>
          <a:xfrm rot="1419">
            <a:off x="4550894" y="4832517"/>
            <a:ext cx="2179800" cy="307754"/>
          </a:xfrm>
          <a:prstGeom prst="rect">
            <a:avLst/>
          </a:prstGeom>
          <a:noFill/>
          <a:ln>
            <a:noFill/>
          </a:ln>
        </p:spPr>
        <p:txBody>
          <a:bodyPr anchorCtr="0" anchor="t" bIns="68550" lIns="68550" spcFirstLastPara="1" rIns="68550" wrap="square" tIns="68550">
            <a:spAutoFit/>
          </a:bodyPr>
          <a:lstStyle/>
          <a:p>
            <a:pPr indent="0" lvl="0" marL="0" marR="0" rtl="0" algn="r">
              <a:lnSpc>
                <a:spcPct val="100000"/>
              </a:lnSpc>
              <a:spcBef>
                <a:spcPts val="0"/>
              </a:spcBef>
              <a:spcAft>
                <a:spcPts val="0"/>
              </a:spcAft>
              <a:buClr>
                <a:srgbClr val="000000"/>
              </a:buClr>
              <a:buSzPts val="1400"/>
              <a:buFont typeface="Arial"/>
              <a:buNone/>
            </a:pPr>
            <a:r>
              <a:rPr b="0" i="0" lang="en" sz="1100" u="none" cap="none" strike="noStrike">
                <a:solidFill>
                  <a:srgbClr val="CCCCCC"/>
                </a:solidFill>
                <a:latin typeface="Archivo Narrow"/>
                <a:ea typeface="Archivo Narrow"/>
                <a:cs typeface="Archivo Narrow"/>
                <a:sym typeface="Archivo Narrow"/>
              </a:rPr>
              <a:t>CHRIST (Deemed to be University)</a:t>
            </a:r>
            <a:endParaRPr b="0" i="0" sz="1100" u="none" cap="none" strike="noStrike">
              <a:solidFill>
                <a:srgbClr val="CCCCCC"/>
              </a:solidFill>
              <a:latin typeface="Archivo Narrow"/>
              <a:ea typeface="Archivo Narrow"/>
              <a:cs typeface="Archivo Narrow"/>
              <a:sym typeface="Archivo Narrow"/>
            </a:endParaRPr>
          </a:p>
        </p:txBody>
      </p:sp>
      <p:sp>
        <p:nvSpPr>
          <p:cNvPr id="13" name="Google Shape;13;p1"/>
          <p:cNvSpPr txBox="1"/>
          <p:nvPr>
            <p:ph idx="12" type="sldNum"/>
          </p:nvPr>
        </p:nvSpPr>
        <p:spPr>
          <a:xfrm>
            <a:off x="8415300" y="4806273"/>
            <a:ext cx="548775" cy="30105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4" name="Google Shape;14;p1" title="CU logo crest Gold.png"/>
          <p:cNvPicPr preferRelativeResize="0"/>
          <p:nvPr/>
        </p:nvPicPr>
        <p:blipFill rotWithShape="1">
          <a:blip r:embed="rId1">
            <a:alphaModFix amt="3000"/>
          </a:blip>
          <a:srcRect b="0" l="0" r="0" t="0"/>
          <a:stretch/>
        </p:blipFill>
        <p:spPr>
          <a:xfrm>
            <a:off x="6105188" y="1602301"/>
            <a:ext cx="2988495" cy="29766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journals.ku.edu/jbi" TargetMode="External"/><Relationship Id="rId4" Type="http://schemas.openxmlformats.org/officeDocument/2006/relationships/hyperlink" Target="https://www.biotaxa.org/ajcb/?utm_source=chatgpt.com" TargetMode="External"/><Relationship Id="rId5" Type="http://schemas.openxmlformats.org/officeDocument/2006/relationships/hyperlink" Target="https://indianecologicalsociety.com/journa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ctrTitle"/>
          </p:nvPr>
        </p:nvSpPr>
        <p:spPr>
          <a:xfrm>
            <a:off x="311700" y="1415098"/>
            <a:ext cx="8520600" cy="1382100"/>
          </a:xfrm>
          <a:prstGeom prst="rect">
            <a:avLst/>
          </a:prstGeom>
          <a:noFill/>
          <a:ln>
            <a:noFill/>
          </a:ln>
        </p:spPr>
        <p:txBody>
          <a:bodyPr anchorCtr="0" anchor="b" bIns="91400" lIns="91400" spcFirstLastPara="1" rIns="91400" wrap="square" tIns="91400">
            <a:normAutofit/>
          </a:bodyPr>
          <a:lstStyle/>
          <a:p>
            <a:pPr indent="0" lvl="0" marL="0" rtl="0" algn="ctr">
              <a:lnSpc>
                <a:spcPct val="100000"/>
              </a:lnSpc>
              <a:spcBef>
                <a:spcPts val="0"/>
              </a:spcBef>
              <a:spcAft>
                <a:spcPts val="0"/>
              </a:spcAft>
              <a:buSzPts val="4800"/>
              <a:buNone/>
            </a:pPr>
            <a:r>
              <a:rPr lang="en"/>
              <a:t>Research Progress Presentation - RAC I</a:t>
            </a:r>
            <a:endParaRPr/>
          </a:p>
        </p:txBody>
      </p:sp>
      <p:sp>
        <p:nvSpPr>
          <p:cNvPr id="77" name="Google Shape;77;p14"/>
          <p:cNvSpPr txBox="1"/>
          <p:nvPr>
            <p:ph idx="1" type="subTitle"/>
          </p:nvPr>
        </p:nvSpPr>
        <p:spPr>
          <a:xfrm>
            <a:off x="311700" y="2834125"/>
            <a:ext cx="8520600" cy="792600"/>
          </a:xfrm>
          <a:prstGeom prst="rect">
            <a:avLst/>
          </a:prstGeom>
          <a:noFill/>
          <a:ln>
            <a:noFill/>
          </a:ln>
        </p:spPr>
        <p:txBody>
          <a:bodyPr anchorCtr="0" anchor="t" bIns="91400" lIns="91400" spcFirstLastPara="1" rIns="91400" wrap="square" tIns="91400">
            <a:normAutofit fontScale="92500" lnSpcReduction="20000"/>
          </a:bodyPr>
          <a:lstStyle/>
          <a:p>
            <a:pPr indent="0" lvl="0" marL="0" rtl="0" algn="ctr">
              <a:lnSpc>
                <a:spcPct val="100000"/>
              </a:lnSpc>
              <a:spcBef>
                <a:spcPts val="0"/>
              </a:spcBef>
              <a:spcAft>
                <a:spcPts val="0"/>
              </a:spcAft>
              <a:buSzPct val="156863"/>
              <a:buNone/>
            </a:pPr>
            <a:r>
              <a:rPr lang="en"/>
              <a:t>By - Abhishek Singh</a:t>
            </a:r>
            <a:endParaRPr/>
          </a:p>
          <a:p>
            <a:pPr indent="0" lvl="0" marL="0" rtl="0" algn="ctr">
              <a:lnSpc>
                <a:spcPct val="100000"/>
              </a:lnSpc>
              <a:spcBef>
                <a:spcPts val="0"/>
              </a:spcBef>
              <a:spcAft>
                <a:spcPts val="0"/>
              </a:spcAft>
              <a:buSzPct val="156863"/>
              <a:buNone/>
            </a:pPr>
            <a:r>
              <a:rPr lang="en"/>
              <a:t>MCA Semester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idx="1" type="body"/>
          </p:nvPr>
        </p:nvSpPr>
        <p:spPr>
          <a:xfrm>
            <a:off x="887600" y="1593075"/>
            <a:ext cx="7219500" cy="1635600"/>
          </a:xfrm>
          <a:prstGeom prst="rect">
            <a:avLst/>
          </a:prstGeom>
          <a:noFill/>
          <a:ln>
            <a:noFill/>
          </a:ln>
        </p:spPr>
        <p:txBody>
          <a:bodyPr anchorCtr="0" anchor="t" bIns="91400" lIns="91400" spcFirstLastPara="1" rIns="91400" wrap="square" tIns="91400">
            <a:noAutofit/>
          </a:bodyPr>
          <a:lstStyle/>
          <a:p>
            <a:pPr indent="0" lvl="0" marL="0" rtl="0" algn="ctr">
              <a:lnSpc>
                <a:spcPct val="115000"/>
              </a:lnSpc>
              <a:spcBef>
                <a:spcPts val="120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An Algorithmic Framework for Real-Time Species Extinction Risk Assessment Using Multi-Source Ecological Data Streams</a:t>
            </a:r>
            <a:endParaRPr>
              <a:solidFill>
                <a:schemeClr val="dk1"/>
              </a:solidFill>
              <a:latin typeface="Times New Roman"/>
              <a:ea typeface="Times New Roman"/>
              <a:cs typeface="Times New Roman"/>
              <a:sym typeface="Times New Roman"/>
            </a:endParaRPr>
          </a:p>
          <a:p>
            <a:pPr indent="0" lvl="0" marL="342900" rtl="0" algn="l">
              <a:lnSpc>
                <a:spcPct val="100000"/>
              </a:lnSpc>
              <a:spcBef>
                <a:spcPts val="1200"/>
              </a:spcBef>
              <a:spcAft>
                <a:spcPts val="1200"/>
              </a:spcAft>
              <a:buSzPts val="2800"/>
              <a:buNone/>
            </a:pPr>
            <a:r>
              <a:t/>
            </a:r>
            <a:endParaRPr>
              <a:solidFill>
                <a:schemeClr val="dk1"/>
              </a:solidFill>
            </a:endParaRPr>
          </a:p>
        </p:txBody>
      </p:sp>
      <p:sp>
        <p:nvSpPr>
          <p:cNvPr id="83" name="Google Shape;83;p15"/>
          <p:cNvSpPr txBox="1"/>
          <p:nvPr>
            <p:ph type="title"/>
          </p:nvPr>
        </p:nvSpPr>
        <p:spPr>
          <a:xfrm>
            <a:off x="237056" y="294180"/>
            <a:ext cx="8520600" cy="5727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200"/>
              <a:buNone/>
            </a:pPr>
            <a:r>
              <a:rPr lang="en" sz="2800">
                <a:solidFill>
                  <a:schemeClr val="dk1"/>
                </a:solidFill>
              </a:rPr>
              <a:t>Title of the Research Paper</a:t>
            </a:r>
            <a:endParaRPr sz="2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368825"/>
            <a:ext cx="8520600" cy="5727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Clr>
                <a:schemeClr val="dk1"/>
              </a:buClr>
              <a:buSzPts val="3200"/>
              <a:buFont typeface="Arial"/>
              <a:buNone/>
            </a:pPr>
            <a:r>
              <a:rPr lang="en" sz="2800">
                <a:solidFill>
                  <a:schemeClr val="dk1"/>
                </a:solidFill>
              </a:rPr>
              <a:t>Problem Statement</a:t>
            </a:r>
            <a:endParaRPr sz="2800">
              <a:solidFill>
                <a:schemeClr val="dk1"/>
              </a:solidFill>
            </a:endParaRPr>
          </a:p>
        </p:txBody>
      </p:sp>
      <p:sp>
        <p:nvSpPr>
          <p:cNvPr id="89" name="Google Shape;89;p16"/>
          <p:cNvSpPr txBox="1"/>
          <p:nvPr>
            <p:ph idx="1" type="body"/>
          </p:nvPr>
        </p:nvSpPr>
        <p:spPr>
          <a:xfrm>
            <a:off x="153080" y="803284"/>
            <a:ext cx="8520600" cy="3504300"/>
          </a:xfrm>
          <a:prstGeom prst="rect">
            <a:avLst/>
          </a:prstGeom>
          <a:noFill/>
          <a:ln>
            <a:noFill/>
          </a:ln>
        </p:spPr>
        <p:txBody>
          <a:bodyPr anchorCtr="0" anchor="t" bIns="91400" lIns="91400" spcFirstLastPara="1" rIns="91400" wrap="square" tIns="91400">
            <a:noAutofit/>
          </a:bodyPr>
          <a:lstStyle/>
          <a:p>
            <a:pPr indent="-304800" lvl="0" marL="342900" rtl="0" algn="just">
              <a:lnSpc>
                <a:spcPct val="130000"/>
              </a:lnSpc>
              <a:spcBef>
                <a:spcPts val="1200"/>
              </a:spcBef>
              <a:spcAft>
                <a:spcPts val="0"/>
              </a:spcAft>
              <a:buClr>
                <a:schemeClr val="dk1"/>
              </a:buClr>
              <a:buSzPts val="2800"/>
              <a:buFont typeface="Noto Sans Symbols"/>
              <a:buChar char="⮚"/>
            </a:pPr>
            <a:r>
              <a:rPr b="1" lang="en" sz="1600">
                <a:solidFill>
                  <a:schemeClr val="dk1"/>
                </a:solidFill>
              </a:rPr>
              <a:t>The Challenge: </a:t>
            </a:r>
            <a:r>
              <a:rPr lang="en" sz="1600">
                <a:solidFill>
                  <a:schemeClr val="dk1"/>
                </a:solidFill>
              </a:rPr>
              <a:t>The IUCN Red List relies on manual expert review updated only every 5–10 years, covering under 2% of Earth’s species — leaving gaps where species collapse unnoticed.</a:t>
            </a:r>
            <a:endParaRPr sz="1600">
              <a:solidFill>
                <a:schemeClr val="dk1"/>
              </a:solidFill>
            </a:endParaRPr>
          </a:p>
          <a:p>
            <a:pPr indent="-304800" lvl="0" marL="342900" rtl="0" algn="just">
              <a:lnSpc>
                <a:spcPct val="130000"/>
              </a:lnSpc>
              <a:spcBef>
                <a:spcPts val="1200"/>
              </a:spcBef>
              <a:spcAft>
                <a:spcPts val="0"/>
              </a:spcAft>
              <a:buClr>
                <a:schemeClr val="dk1"/>
              </a:buClr>
              <a:buSzPts val="2800"/>
              <a:buFont typeface="Noto Sans Symbols"/>
              <a:buChar char="⮚"/>
            </a:pPr>
            <a:r>
              <a:rPr b="1" lang="en" sz="1600">
                <a:solidFill>
                  <a:schemeClr val="dk1"/>
                </a:solidFill>
              </a:rPr>
              <a:t>The Core Problem: </a:t>
            </a:r>
            <a:r>
              <a:rPr lang="en" sz="1600">
                <a:solidFill>
                  <a:schemeClr val="dk1"/>
                </a:solidFill>
              </a:rPr>
              <a:t>India faces rapid habitat loss from infrastructure expansion, yet no system tracks extinction risk in real time — as shown by the 2022 Kuno cheetah reintroduction, where a third of animals died within months.</a:t>
            </a:r>
            <a:endParaRPr sz="1600">
              <a:solidFill>
                <a:schemeClr val="dk1"/>
              </a:solidFill>
            </a:endParaRPr>
          </a:p>
          <a:p>
            <a:pPr indent="-304800" lvl="0" marL="342900" rtl="0" algn="just">
              <a:lnSpc>
                <a:spcPct val="130000"/>
              </a:lnSpc>
              <a:spcBef>
                <a:spcPts val="1200"/>
              </a:spcBef>
              <a:spcAft>
                <a:spcPts val="0"/>
              </a:spcAft>
              <a:buClr>
                <a:schemeClr val="dk1"/>
              </a:buClr>
              <a:buSzPts val="2800"/>
              <a:buFont typeface="Noto Sans Symbols"/>
              <a:buChar char="⮚"/>
            </a:pPr>
            <a:r>
              <a:rPr b="1" lang="en" sz="1600">
                <a:solidFill>
                  <a:schemeClr val="dk1"/>
                </a:solidFill>
              </a:rPr>
              <a:t>The Opportunity: </a:t>
            </a:r>
            <a:r>
              <a:rPr lang="en" sz="1600">
                <a:solidFill>
                  <a:schemeClr val="dk1"/>
                </a:solidFill>
              </a:rPr>
              <a:t>Open biodiversity APIs (GBIF, GloBI, IUCN), graph databases, and streaming algorithms now make continuous, automated risk assessment technically feasible.</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368825"/>
            <a:ext cx="8520600" cy="5727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200"/>
              <a:buNone/>
            </a:pPr>
            <a:r>
              <a:rPr lang="en" sz="2800">
                <a:solidFill>
                  <a:schemeClr val="dk1"/>
                </a:solidFill>
              </a:rPr>
              <a:t>Objectives</a:t>
            </a:r>
            <a:endParaRPr sz="2800">
              <a:solidFill>
                <a:schemeClr val="dk1"/>
              </a:solidFill>
            </a:endParaRPr>
          </a:p>
        </p:txBody>
      </p:sp>
      <p:sp>
        <p:nvSpPr>
          <p:cNvPr id="95" name="Google Shape;95;p17"/>
          <p:cNvSpPr txBox="1"/>
          <p:nvPr>
            <p:ph idx="1" type="body"/>
          </p:nvPr>
        </p:nvSpPr>
        <p:spPr>
          <a:xfrm>
            <a:off x="153080" y="803284"/>
            <a:ext cx="8520600" cy="3504300"/>
          </a:xfrm>
          <a:prstGeom prst="rect">
            <a:avLst/>
          </a:prstGeom>
          <a:noFill/>
          <a:ln>
            <a:noFill/>
          </a:ln>
        </p:spPr>
        <p:txBody>
          <a:bodyPr anchorCtr="0" anchor="t" bIns="91400" lIns="91400" spcFirstLastPara="1" rIns="91400" wrap="square" tIns="91400">
            <a:noAutofit/>
          </a:bodyPr>
          <a:lstStyle/>
          <a:p>
            <a:pPr indent="0" lvl="0" marL="0" rtl="0" algn="l">
              <a:lnSpc>
                <a:spcPct val="115000"/>
              </a:lnSpc>
              <a:spcBef>
                <a:spcPts val="1400"/>
              </a:spcBef>
              <a:spcAft>
                <a:spcPts val="0"/>
              </a:spcAft>
              <a:buSzPts val="2800"/>
              <a:buNone/>
            </a:pPr>
            <a:r>
              <a:t/>
            </a:r>
            <a:endParaRPr b="1" sz="1600">
              <a:solidFill>
                <a:schemeClr val="dk1"/>
              </a:solidFill>
            </a:endParaRPr>
          </a:p>
          <a:p>
            <a:pPr indent="0" lvl="0" marL="0" rtl="0" algn="just">
              <a:lnSpc>
                <a:spcPct val="115000"/>
              </a:lnSpc>
              <a:spcBef>
                <a:spcPts val="1400"/>
              </a:spcBef>
              <a:spcAft>
                <a:spcPts val="0"/>
              </a:spcAft>
              <a:buSzPts val="2800"/>
              <a:buNone/>
            </a:pPr>
            <a:r>
              <a:rPr b="1" lang="en" sz="1600">
                <a:solidFill>
                  <a:schemeClr val="dk1"/>
                </a:solidFill>
              </a:rPr>
              <a:t>Primary Objective: </a:t>
            </a:r>
            <a:r>
              <a:rPr lang="en" sz="1600">
                <a:solidFill>
                  <a:schemeClr val="dk1"/>
                </a:solidFill>
              </a:rPr>
              <a:t>To design and develop an algorithmic framework (ERAS) that combines streaming population data, species interaction graphs, and IUCN expert assessments to compute extinction risk scores in real time for Indian wildlife species.</a:t>
            </a:r>
            <a:endParaRPr sz="1600">
              <a:solidFill>
                <a:schemeClr val="dk1"/>
              </a:solidFill>
            </a:endParaRPr>
          </a:p>
          <a:p>
            <a:pPr indent="0" lvl="0" marL="0" rtl="0" algn="l">
              <a:lnSpc>
                <a:spcPct val="115000"/>
              </a:lnSpc>
              <a:spcBef>
                <a:spcPts val="1400"/>
              </a:spcBef>
              <a:spcAft>
                <a:spcPts val="0"/>
              </a:spcAft>
              <a:buSzPts val="2800"/>
              <a:buNone/>
            </a:pPr>
            <a:r>
              <a:rPr b="1" lang="en" sz="1600">
                <a:solidFill>
                  <a:schemeClr val="dk1"/>
                </a:solidFill>
              </a:rPr>
              <a:t>Secondary Objectives</a:t>
            </a:r>
            <a:endParaRPr sz="1600">
              <a:solidFill>
                <a:schemeClr val="dk1"/>
              </a:solidFill>
            </a:endParaRPr>
          </a:p>
          <a:p>
            <a:pPr indent="-298450" lvl="0" marL="457200" rtl="0" algn="just">
              <a:lnSpc>
                <a:spcPct val="115000"/>
              </a:lnSpc>
              <a:spcBef>
                <a:spcPts val="1200"/>
              </a:spcBef>
              <a:spcAft>
                <a:spcPts val="0"/>
              </a:spcAft>
              <a:buClr>
                <a:schemeClr val="dk1"/>
              </a:buClr>
              <a:buSzPts val="1100"/>
              <a:buFont typeface="Arial"/>
              <a:buAutoNum type="arabicPeriod"/>
            </a:pPr>
            <a:r>
              <a:rPr lang="en" sz="1600">
                <a:solidFill>
                  <a:schemeClr val="dk1"/>
                </a:solidFill>
              </a:rPr>
              <a:t>To build a species interaction graph from open ecological datasets (GloBI) and identify keystone species using graph centrality, capturing cascading risk that population data alone misses.</a:t>
            </a:r>
            <a:endParaRPr sz="1600">
              <a:solidFill>
                <a:schemeClr val="dk1"/>
              </a:solidFill>
            </a:endParaRPr>
          </a:p>
          <a:p>
            <a:pPr indent="-298450" lvl="0" marL="457200" rtl="0" algn="just">
              <a:lnSpc>
                <a:spcPct val="115000"/>
              </a:lnSpc>
              <a:spcBef>
                <a:spcPts val="0"/>
              </a:spcBef>
              <a:spcAft>
                <a:spcPts val="0"/>
              </a:spcAft>
              <a:buClr>
                <a:schemeClr val="dk1"/>
              </a:buClr>
              <a:buSzPts val="1100"/>
              <a:buFont typeface="Arial"/>
              <a:buAutoNum type="arabicPeriod"/>
            </a:pPr>
            <a:r>
              <a:rPr lang="en" sz="1600">
                <a:solidFill>
                  <a:schemeClr val="dk1"/>
                </a:solidFill>
              </a:rPr>
              <a:t>To validate the system’s algorithmically generated risk scores against official IUCN Red List assessments for fifteen Indian species, identifying where the approach succeeds and where data limitations remain.</a:t>
            </a:r>
            <a:endParaRPr b="1"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368825"/>
            <a:ext cx="8520525" cy="572625"/>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200"/>
              <a:buNone/>
            </a:pPr>
            <a:r>
              <a:rPr lang="en" sz="2800">
                <a:solidFill>
                  <a:schemeClr val="dk1"/>
                </a:solidFill>
              </a:rPr>
              <a:t>Literature Review (Base Papers)</a:t>
            </a:r>
            <a:endParaRPr sz="2800">
              <a:solidFill>
                <a:schemeClr val="dk1"/>
              </a:solidFill>
            </a:endParaRPr>
          </a:p>
        </p:txBody>
      </p:sp>
      <p:sp>
        <p:nvSpPr>
          <p:cNvPr id="101" name="Google Shape;101;p18"/>
          <p:cNvSpPr txBox="1"/>
          <p:nvPr>
            <p:ph idx="1" type="body"/>
          </p:nvPr>
        </p:nvSpPr>
        <p:spPr>
          <a:xfrm>
            <a:off x="311700" y="1064541"/>
            <a:ext cx="8520525" cy="3504150"/>
          </a:xfrm>
          <a:prstGeom prst="rect">
            <a:avLst/>
          </a:prstGeom>
          <a:noFill/>
          <a:ln>
            <a:noFill/>
          </a:ln>
        </p:spPr>
        <p:txBody>
          <a:bodyPr anchorCtr="0" anchor="t" bIns="91400" lIns="91400" spcFirstLastPara="1" rIns="91400" wrap="square" tIns="91400">
            <a:noAutofit/>
          </a:bodyPr>
          <a:lstStyle/>
          <a:p>
            <a:pPr indent="0" lvl="0" marL="0" rtl="0" algn="l">
              <a:lnSpc>
                <a:spcPct val="100000"/>
              </a:lnSpc>
              <a:spcBef>
                <a:spcPts val="1200"/>
              </a:spcBef>
              <a:spcAft>
                <a:spcPts val="0"/>
              </a:spcAft>
              <a:buClr>
                <a:schemeClr val="dk1"/>
              </a:buClr>
              <a:buSzPts val="1100"/>
              <a:buNone/>
            </a:pPr>
            <a:r>
              <a:t/>
            </a:r>
            <a:endParaRPr b="1" sz="1300">
              <a:solidFill>
                <a:schemeClr val="dk1"/>
              </a:solidFill>
            </a:endParaRPr>
          </a:p>
          <a:p>
            <a:pPr indent="0" lvl="0" marL="0" rtl="0" algn="l">
              <a:lnSpc>
                <a:spcPct val="100000"/>
              </a:lnSpc>
              <a:spcBef>
                <a:spcPts val="1200"/>
              </a:spcBef>
              <a:spcAft>
                <a:spcPts val="0"/>
              </a:spcAft>
              <a:buClr>
                <a:schemeClr val="dk1"/>
              </a:buClr>
              <a:buSzPts val="1100"/>
              <a:buNone/>
            </a:pPr>
            <a:r>
              <a:t/>
            </a:r>
            <a:endParaRPr b="1" sz="1300">
              <a:solidFill>
                <a:schemeClr val="dk1"/>
              </a:solidFill>
            </a:endParaRPr>
          </a:p>
          <a:p>
            <a:pPr indent="0" lvl="0" marL="0" rtl="0" algn="l">
              <a:lnSpc>
                <a:spcPct val="100000"/>
              </a:lnSpc>
              <a:spcBef>
                <a:spcPts val="1200"/>
              </a:spcBef>
              <a:spcAft>
                <a:spcPts val="0"/>
              </a:spcAft>
              <a:buClr>
                <a:schemeClr val="dk1"/>
              </a:buClr>
              <a:buSzPts val="1100"/>
              <a:buNone/>
            </a:pPr>
            <a:r>
              <a:t/>
            </a:r>
            <a:endParaRPr b="1" sz="1300">
              <a:solidFill>
                <a:schemeClr val="dk1"/>
              </a:solidFill>
            </a:endParaRPr>
          </a:p>
          <a:p>
            <a:pPr indent="0" lvl="0" marL="0" rtl="0" algn="l">
              <a:lnSpc>
                <a:spcPct val="100000"/>
              </a:lnSpc>
              <a:spcBef>
                <a:spcPts val="1200"/>
              </a:spcBef>
              <a:spcAft>
                <a:spcPts val="0"/>
              </a:spcAft>
              <a:buClr>
                <a:schemeClr val="dk1"/>
              </a:buClr>
              <a:buSzPts val="1100"/>
              <a:buNone/>
            </a:pPr>
            <a:r>
              <a:t/>
            </a:r>
            <a:endParaRPr b="1" sz="1300">
              <a:solidFill>
                <a:schemeClr val="dk1"/>
              </a:solidFill>
            </a:endParaRPr>
          </a:p>
          <a:p>
            <a:pPr indent="0" lvl="0" marL="0" rtl="0" algn="l">
              <a:lnSpc>
                <a:spcPct val="100000"/>
              </a:lnSpc>
              <a:spcBef>
                <a:spcPts val="1200"/>
              </a:spcBef>
              <a:spcAft>
                <a:spcPts val="0"/>
              </a:spcAft>
              <a:buClr>
                <a:schemeClr val="dk1"/>
              </a:buClr>
              <a:buSzPts val="1100"/>
              <a:buNone/>
            </a:pPr>
            <a:br>
              <a:rPr i="1" lang="en" sz="1300">
                <a:solidFill>
                  <a:schemeClr val="dk1"/>
                </a:solidFill>
              </a:rPr>
            </a:br>
            <a:endParaRPr/>
          </a:p>
        </p:txBody>
      </p:sp>
      <p:graphicFrame>
        <p:nvGraphicFramePr>
          <p:cNvPr id="102" name="Google Shape;102;p18"/>
          <p:cNvGraphicFramePr/>
          <p:nvPr/>
        </p:nvGraphicFramePr>
        <p:xfrm>
          <a:off x="553617" y="1052934"/>
          <a:ext cx="3000000" cy="3000000"/>
        </p:xfrm>
        <a:graphic>
          <a:graphicData uri="http://schemas.openxmlformats.org/drawingml/2006/table">
            <a:tbl>
              <a:tblPr bandRow="1" firstRow="1">
                <a:noFill/>
                <a:tableStyleId>{5E2045ED-1A5B-4CD4-8645-9C346065DADB}</a:tableStyleId>
              </a:tblPr>
              <a:tblGrid>
                <a:gridCol w="2357525"/>
                <a:gridCol w="1147675"/>
                <a:gridCol w="1185000"/>
                <a:gridCol w="367625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dk1"/>
                          </a:solidFill>
                        </a:rPr>
                        <a:t>Title</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dk1"/>
                          </a:solidFill>
                        </a:rPr>
                        <a:t>Authors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dk1"/>
                          </a:solidFill>
                        </a:rPr>
                        <a:t>Published in</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dk1"/>
                          </a:solidFill>
                        </a:rPr>
                        <a:t>Research Gaps</a:t>
                      </a:r>
                      <a:endParaRPr sz="11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100"/>
                        <a:buFont typeface="Arial"/>
                        <a:buNone/>
                      </a:pPr>
                      <a:r>
                        <a:rPr i="1" lang="en" sz="1100" u="none" cap="none" strike="noStrike">
                          <a:solidFill>
                            <a:schemeClr val="dk1"/>
                          </a:solidFill>
                        </a:rPr>
                        <a:t>Assessing Extinction Threats: Toward a Re-evaluation of IUCN Threatened Species Categories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rPr>
                        <a:t>Mace, G. M. &amp; Lande, R.</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i="1" lang="en" sz="1100" u="none" cap="none" strike="noStrike">
                          <a:solidFill>
                            <a:schemeClr val="dk1"/>
                          </a:solidFill>
                        </a:rPr>
                        <a:t>Conservation Biology</a:t>
                      </a:r>
                      <a:r>
                        <a:rPr lang="en" sz="1100" u="none" cap="none" strike="noStrike">
                          <a:solidFill>
                            <a:schemeClr val="dk1"/>
                          </a:solidFill>
                        </a:rPr>
                        <a:t> (1991)</a:t>
                      </a:r>
                      <a:endParaRPr sz="11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1100"/>
                        <a:buFont typeface="Arial"/>
                        <a:buNone/>
                      </a:pPr>
                      <a:r>
                        <a:rPr lang="en" sz="1100" u="none" cap="none" strike="noStrike">
                          <a:solidFill>
                            <a:schemeClr val="dk1"/>
                          </a:solidFill>
                        </a:rPr>
                        <a:t>Established quantitative extinction risk criteria but designed for periodic manual application, not continuous algorithmic computation from live data streams.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100"/>
                        <a:buFont typeface="Arial"/>
                        <a:buNone/>
                      </a:pPr>
                      <a:r>
                        <a:rPr i="1" lang="en" sz="1100" u="none" cap="none" strike="noStrike"/>
                        <a:t>Predicting the Conservation Status of Data-Deficient Species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Bland, L. M. et al.</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PLOS ONE (2015)</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1100"/>
                        <a:buFont typeface="Arial"/>
                        <a:buNone/>
                      </a:pPr>
                      <a:r>
                        <a:rPr lang="en" sz="1100" u="none" cap="none" strike="noStrike"/>
                        <a:t>Applied machine learning to predict IUCN listing using static trait data (body size, range) but not real-time population observation streams or interaction networks.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100"/>
                        <a:buFont typeface="Arial"/>
                        <a:buNone/>
                      </a:pPr>
                      <a:r>
                        <a:rPr i="1" lang="en" sz="1100" u="none" cap="none" strike="noStrike"/>
                        <a:t>Graph-Theoretic Approaches to the Study of Ecological Networks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Proulx, S. R., Promislow, D. E. L. &amp; Phillips, P. C.</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Trends in Ecology &amp; Evolution (2005)</a:t>
                      </a:r>
                      <a:endParaRPr sz="11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1100"/>
                        <a:buFont typeface="Arial"/>
                        <a:buNone/>
                      </a:pPr>
                      <a:r>
                        <a:rPr lang="en" sz="1100" u="none" cap="none" strike="noStrike"/>
                        <a:t>Showed ecological networks have small-world properties where keystone species disproportionately affect stability, but provided no computational system to apply this to risk scoring.</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100"/>
                        <a:buFont typeface="Arial"/>
                        <a:buNone/>
                      </a:pPr>
                      <a:r>
                        <a:rPr i="1" lang="en" sz="1100" u="none" cap="none" strike="noStrike"/>
                        <a:t>The Cheetah Reintroduction in India: Challenges and Lessons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Jhala, Y. V. et al.</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Wildlife Biology (2023)</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1100"/>
                        <a:buFont typeface="Arial"/>
                        <a:buNone/>
                      </a:pPr>
                      <a:r>
                        <a:rPr lang="en" sz="1100" u="none" cap="none" strike="noStrike"/>
                        <a:t>Documented that cheetah mortality in the Kuno reintroduction stemmed partly from the absence of real-time health and habitat monitoring — the central motivation for this research.</a:t>
                      </a:r>
                      <a:endParaRPr sz="1100" u="none" cap="none" strike="noStrike"/>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77014" y="256858"/>
            <a:ext cx="8520600" cy="5727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200"/>
              <a:buNone/>
            </a:pPr>
            <a:r>
              <a:rPr lang="en" sz="2800">
                <a:solidFill>
                  <a:schemeClr val="dk1"/>
                </a:solidFill>
              </a:rPr>
              <a:t>Research Methodology</a:t>
            </a:r>
            <a:endParaRPr sz="2800">
              <a:solidFill>
                <a:schemeClr val="dk1"/>
              </a:solidFill>
            </a:endParaRPr>
          </a:p>
        </p:txBody>
      </p:sp>
      <p:sp>
        <p:nvSpPr>
          <p:cNvPr id="108" name="Google Shape;108;p19"/>
          <p:cNvSpPr txBox="1"/>
          <p:nvPr>
            <p:ph idx="1" type="body"/>
          </p:nvPr>
        </p:nvSpPr>
        <p:spPr>
          <a:xfrm>
            <a:off x="311700" y="839755"/>
            <a:ext cx="8692200" cy="3729000"/>
          </a:xfrm>
          <a:prstGeom prst="rect">
            <a:avLst/>
          </a:prstGeom>
          <a:noFill/>
          <a:ln>
            <a:noFill/>
          </a:ln>
        </p:spPr>
        <p:txBody>
          <a:bodyPr anchorCtr="0" anchor="t" bIns="91400" lIns="91400" spcFirstLastPara="1" rIns="91400" wrap="square" tIns="91400">
            <a:noAutofit/>
          </a:bodyPr>
          <a:lstStyle/>
          <a:p>
            <a:pPr indent="0" lvl="0" marL="0" rtl="0" algn="l">
              <a:lnSpc>
                <a:spcPct val="115000"/>
              </a:lnSpc>
              <a:spcBef>
                <a:spcPts val="1400"/>
              </a:spcBef>
              <a:spcAft>
                <a:spcPts val="0"/>
              </a:spcAft>
              <a:buClr>
                <a:schemeClr val="dk1"/>
              </a:buClr>
              <a:buSzPts val="1100"/>
              <a:buFont typeface="Arial"/>
              <a:buNone/>
            </a:pPr>
            <a:r>
              <a:rPr lang="en" sz="1600">
                <a:solidFill>
                  <a:schemeClr val="dk1"/>
                </a:solidFill>
              </a:rPr>
              <a:t>1. </a:t>
            </a:r>
            <a:r>
              <a:rPr b="1" lang="en" sz="1600">
                <a:solidFill>
                  <a:schemeClr val="dk1"/>
                </a:solidFill>
              </a:rPr>
              <a:t>Literature Review</a:t>
            </a:r>
            <a:endParaRPr b="1" sz="16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n" sz="1600">
                <a:solidFill>
                  <a:schemeClr val="dk1"/>
                </a:solidFill>
              </a:rPr>
              <a:t>Reviewed existing work on:</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IUCN extinction risk frameworks</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Graph theory &amp; ecological networks</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Streaming algorithms &amp; biodiversity data infrastructure</a:t>
            </a:r>
            <a:br>
              <a:rPr lang="en" sz="1600">
                <a:solidFill>
                  <a:schemeClr val="dk1"/>
                </a:solidFill>
              </a:rPr>
            </a:br>
            <a:r>
              <a:rPr lang="en" sz="1600">
                <a:solidFill>
                  <a:schemeClr val="dk1"/>
                </a:solidFill>
              </a:rPr>
              <a:t> → Built the scientific and technological foundation.</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n" sz="1600">
                <a:solidFill>
                  <a:schemeClr val="dk1"/>
                </a:solidFill>
              </a:rPr>
              <a:t>2. </a:t>
            </a:r>
            <a:r>
              <a:rPr b="1" lang="en" sz="1600">
                <a:solidFill>
                  <a:schemeClr val="dk1"/>
                </a:solidFill>
              </a:rPr>
              <a:t>Gap Identification</a:t>
            </a:r>
            <a:endParaRPr b="1" sz="16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sz="1600">
                <a:solidFill>
                  <a:schemeClr val="dk1"/>
                </a:solidFill>
              </a:rPr>
              <a:t>Identified limitations in current extinction risk assessment:</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IBM Plex Sans Condensed"/>
              <a:buChar char="●"/>
            </a:pPr>
            <a:r>
              <a:rPr lang="en" sz="1600">
                <a:solidFill>
                  <a:schemeClr val="dk1"/>
                </a:solidFill>
              </a:rPr>
              <a:t>5–10 year assessment lag</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Under 2% of species formally assessed</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IBM Plex Sans Condensed"/>
              <a:buChar char="●"/>
            </a:pPr>
            <a:r>
              <a:rPr lang="en" sz="1600">
                <a:solidFill>
                  <a:schemeClr val="dk1"/>
                </a:solidFill>
              </a:rPr>
              <a:t>Expert &amp; funding bias across taxa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IBM Plex Sans Condensed"/>
              <a:buChar char="●"/>
            </a:pPr>
            <a:r>
              <a:rPr lang="en" sz="1600">
                <a:solidFill>
                  <a:schemeClr val="dk1"/>
                </a:solidFill>
              </a:rPr>
              <a:t>No India-specific real-time monitoring</a:t>
            </a:r>
            <a:br>
              <a:rPr lang="en" sz="1600">
                <a:solidFill>
                  <a:schemeClr val="dk1"/>
                </a:solidFill>
              </a:rPr>
            </a:br>
            <a:r>
              <a:rPr lang="en" sz="1600">
                <a:solidFill>
                  <a:schemeClr val="dk1"/>
                </a:solidFill>
              </a:rPr>
              <a:t> → Defined the research problem.</a:t>
            </a:r>
            <a:br>
              <a:rPr lang="en" sz="1600">
                <a:solidFill>
                  <a:schemeClr val="dk1"/>
                </a:solidFill>
              </a:rPr>
            </a:br>
            <a:endParaRPr sz="1600">
              <a:solidFill>
                <a:schemeClr val="dk1"/>
              </a:solidFill>
            </a:endParaRPr>
          </a:p>
          <a:p>
            <a:pPr indent="0" lvl="0" marL="0" rtl="0" algn="l">
              <a:lnSpc>
                <a:spcPct val="100000"/>
              </a:lnSpc>
              <a:spcBef>
                <a:spcPts val="1200"/>
              </a:spcBef>
              <a:spcAft>
                <a:spcPts val="0"/>
              </a:spcAft>
              <a:buSzPts val="2800"/>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idx="1" type="body"/>
          </p:nvPr>
        </p:nvSpPr>
        <p:spPr>
          <a:xfrm>
            <a:off x="257725" y="451225"/>
            <a:ext cx="4703100" cy="3891900"/>
          </a:xfrm>
          <a:prstGeom prst="rect">
            <a:avLst/>
          </a:prstGeom>
          <a:noFill/>
          <a:ln>
            <a:noFill/>
          </a:ln>
        </p:spPr>
        <p:txBody>
          <a:bodyPr anchorCtr="0" anchor="t" bIns="91400" lIns="91400" spcFirstLastPara="1" rIns="91400" wrap="square" tIns="91400">
            <a:noAutofit/>
          </a:bodyPr>
          <a:lstStyle/>
          <a:p>
            <a:pPr indent="0" lvl="0" marL="0" rtl="0" algn="l">
              <a:lnSpc>
                <a:spcPct val="100000"/>
              </a:lnSpc>
              <a:spcBef>
                <a:spcPts val="0"/>
              </a:spcBef>
              <a:spcAft>
                <a:spcPts val="0"/>
              </a:spcAft>
              <a:buSzPts val="2800"/>
              <a:buNone/>
            </a:pPr>
            <a:r>
              <a:rPr lang="en" sz="1600">
                <a:solidFill>
                  <a:schemeClr val="dk1"/>
                </a:solidFill>
              </a:rPr>
              <a:t>3. </a:t>
            </a:r>
            <a:r>
              <a:rPr b="1" lang="en" sz="1600">
                <a:solidFill>
                  <a:schemeClr val="dk1"/>
                </a:solidFill>
              </a:rPr>
              <a:t>Conceptual System Design</a:t>
            </a:r>
            <a:endParaRPr b="1" sz="1600">
              <a:solidFill>
                <a:schemeClr val="dk1"/>
              </a:solidFill>
            </a:endParaRPr>
          </a:p>
          <a:p>
            <a:pPr indent="0" lvl="0" marL="0" rtl="0" algn="l">
              <a:lnSpc>
                <a:spcPct val="100000"/>
              </a:lnSpc>
              <a:spcBef>
                <a:spcPts val="0"/>
              </a:spcBef>
              <a:spcAft>
                <a:spcPts val="0"/>
              </a:spcAft>
              <a:buSzPts val="2800"/>
              <a:buNone/>
            </a:pPr>
            <a:r>
              <a:rPr lang="en" sz="1600">
                <a:solidFill>
                  <a:schemeClr val="dk1"/>
                </a:solidFill>
              </a:rPr>
              <a:t>Outlined a five-stage pipeline using:</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GBIF &amp; GloBI data ingestion</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Python-based stream anomaly detection</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Neo4j species interaction graph</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IBM Plex Sans Condensed"/>
              <a:buChar char="●"/>
            </a:pPr>
            <a:r>
              <a:rPr lang="en" sz="1600">
                <a:solidFill>
                  <a:schemeClr val="dk1"/>
                </a:solidFill>
              </a:rPr>
              <a:t>IUCN Red List API validation</a:t>
            </a:r>
            <a:br>
              <a:rPr lang="en" sz="1600">
                <a:solidFill>
                  <a:schemeClr val="dk1"/>
                </a:solidFill>
              </a:rPr>
            </a:br>
            <a:r>
              <a:rPr lang="en" sz="1600">
                <a:solidFill>
                  <a:schemeClr val="dk1"/>
                </a:solidFill>
              </a:rPr>
              <a:t> → Forms the core architecture of ERAS.</a:t>
            </a:r>
            <a:endParaRPr sz="1600">
              <a:solidFill>
                <a:schemeClr val="dk1"/>
              </a:solidFill>
            </a:endParaRPr>
          </a:p>
          <a:p>
            <a:pPr indent="0" lvl="0" marL="0" rtl="0" algn="l">
              <a:lnSpc>
                <a:spcPct val="100000"/>
              </a:lnSpc>
              <a:spcBef>
                <a:spcPts val="1200"/>
              </a:spcBef>
              <a:spcAft>
                <a:spcPts val="0"/>
              </a:spcAft>
              <a:buSzPts val="2800"/>
              <a:buNone/>
            </a:pPr>
            <a:r>
              <a:rPr lang="en" sz="1600">
                <a:solidFill>
                  <a:schemeClr val="dk1"/>
                </a:solidFill>
              </a:rPr>
              <a:t>4. </a:t>
            </a:r>
            <a:r>
              <a:rPr b="1" lang="en" sz="1600">
                <a:solidFill>
                  <a:schemeClr val="dk1"/>
                </a:solidFill>
              </a:rPr>
              <a:t>Technology Exploration</a:t>
            </a:r>
            <a:endParaRPr b="1" sz="1600">
              <a:solidFill>
                <a:schemeClr val="dk1"/>
              </a:solidFill>
            </a:endParaRPr>
          </a:p>
          <a:p>
            <a:pPr indent="0" lvl="0" marL="0" rtl="0" algn="l">
              <a:lnSpc>
                <a:spcPct val="100000"/>
              </a:lnSpc>
              <a:spcBef>
                <a:spcPts val="0"/>
              </a:spcBef>
              <a:spcAft>
                <a:spcPts val="0"/>
              </a:spcAft>
              <a:buSzPts val="2800"/>
              <a:buNone/>
            </a:pPr>
            <a:r>
              <a:rPr lang="en" sz="1600">
                <a:solidFill>
                  <a:schemeClr val="dk1"/>
                </a:solidFill>
              </a:rPr>
              <a:t>Explored role of:</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Arial"/>
              <a:buChar char="●"/>
            </a:pPr>
            <a:r>
              <a:rPr lang="en" sz="1600">
                <a:solidFill>
                  <a:schemeClr val="dk1"/>
                </a:solidFill>
              </a:rPr>
              <a:t>Python → anomaly detection &amp; risk scoring</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Arial"/>
              <a:buChar char="●"/>
            </a:pPr>
            <a:r>
              <a:rPr lang="en" sz="1600">
                <a:solidFill>
                  <a:schemeClr val="dk1"/>
                </a:solidFill>
              </a:rPr>
              <a:t>GBIF API → continuous observation data</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Arial"/>
              <a:buChar char="●"/>
            </a:pPr>
            <a:r>
              <a:rPr lang="en" sz="1600">
                <a:solidFill>
                  <a:schemeClr val="dk1"/>
                </a:solidFill>
              </a:rPr>
              <a:t>Neo4j → ecological graph &amp; centrality</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Arial"/>
              <a:buChar char="●"/>
            </a:pPr>
            <a:r>
              <a:rPr lang="en" sz="1600">
                <a:solidFill>
                  <a:schemeClr val="dk1"/>
                </a:solidFill>
              </a:rPr>
              <a:t>IUCN API → expert-validated ground truth</a:t>
            </a:r>
            <a:endParaRPr sz="1600">
              <a:solidFill>
                <a:schemeClr val="dk1"/>
              </a:solidFill>
            </a:endParaRPr>
          </a:p>
          <a:p>
            <a:pPr indent="0" lvl="0" marL="457200" rtl="0" algn="l">
              <a:lnSpc>
                <a:spcPct val="100000"/>
              </a:lnSpc>
              <a:spcBef>
                <a:spcPts val="1200"/>
              </a:spcBef>
              <a:spcAft>
                <a:spcPts val="0"/>
              </a:spcAft>
              <a:buSzPts val="2800"/>
              <a:buNone/>
            </a:pPr>
            <a:br>
              <a:rPr lang="en" sz="1600">
                <a:solidFill>
                  <a:schemeClr val="dk1"/>
                </a:solidFill>
              </a:rPr>
            </a:br>
            <a:endParaRPr sz="1600">
              <a:solidFill>
                <a:schemeClr val="dk1"/>
              </a:solidFill>
            </a:endParaRPr>
          </a:p>
          <a:p>
            <a:pPr indent="0" lvl="0" marL="0" rtl="0" algn="l">
              <a:lnSpc>
                <a:spcPct val="100000"/>
              </a:lnSpc>
              <a:spcBef>
                <a:spcPts val="0"/>
              </a:spcBef>
              <a:spcAft>
                <a:spcPts val="0"/>
              </a:spcAft>
              <a:buSzPts val="2800"/>
              <a:buNone/>
            </a:pPr>
            <a:r>
              <a:t/>
            </a:r>
            <a:endParaRPr sz="1600">
              <a:solidFill>
                <a:schemeClr val="dk1"/>
              </a:solidFill>
            </a:endParaRPr>
          </a:p>
          <a:p>
            <a:pPr indent="0" lvl="0" marL="0" rtl="0" algn="l">
              <a:lnSpc>
                <a:spcPct val="100000"/>
              </a:lnSpc>
              <a:spcBef>
                <a:spcPts val="1200"/>
              </a:spcBef>
              <a:spcAft>
                <a:spcPts val="0"/>
              </a:spcAft>
              <a:buSzPts val="2800"/>
              <a:buNone/>
            </a:pPr>
            <a:br>
              <a:rPr lang="en" sz="1600">
                <a:solidFill>
                  <a:schemeClr val="dk1"/>
                </a:solidFill>
              </a:rPr>
            </a:br>
            <a:endParaRPr sz="1600">
              <a:solidFill>
                <a:schemeClr val="dk1"/>
              </a:solidFill>
            </a:endParaRPr>
          </a:p>
          <a:p>
            <a:pPr indent="0" lvl="0" marL="342900" rtl="0" algn="l">
              <a:lnSpc>
                <a:spcPct val="100000"/>
              </a:lnSpc>
              <a:spcBef>
                <a:spcPts val="1200"/>
              </a:spcBef>
              <a:spcAft>
                <a:spcPts val="0"/>
              </a:spcAft>
              <a:buSzPts val="2800"/>
              <a:buNone/>
            </a:pPr>
            <a:r>
              <a:t/>
            </a:r>
            <a:endParaRPr sz="1600">
              <a:solidFill>
                <a:schemeClr val="dk1"/>
              </a:solidFill>
            </a:endParaRPr>
          </a:p>
        </p:txBody>
      </p:sp>
      <p:sp>
        <p:nvSpPr>
          <p:cNvPr id="114" name="Google Shape;114;p20"/>
          <p:cNvSpPr txBox="1"/>
          <p:nvPr/>
        </p:nvSpPr>
        <p:spPr>
          <a:xfrm>
            <a:off x="5541600" y="2707950"/>
            <a:ext cx="3175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400"/>
              </a:spcBef>
              <a:spcAft>
                <a:spcPts val="400"/>
              </a:spcAft>
              <a:buClr>
                <a:srgbClr val="000000"/>
              </a:buClr>
              <a:buSzPts val="1600"/>
              <a:buFont typeface="Arial"/>
              <a:buNone/>
            </a:pPr>
            <a:r>
              <a:rPr b="0" i="0" lang="en" sz="1600" u="none" cap="none" strike="noStrike">
                <a:solidFill>
                  <a:schemeClr val="dk1"/>
                </a:solidFill>
                <a:latin typeface="IBM Plex Sans Condensed"/>
                <a:ea typeface="IBM Plex Sans Condensed"/>
                <a:cs typeface="IBM Plex Sans Condensed"/>
                <a:sym typeface="IBM Plex Sans Condensed"/>
              </a:rPr>
              <a:t> </a:t>
            </a:r>
            <a:endParaRPr b="0" i="0" sz="1600" u="none" cap="none" strike="noStrike">
              <a:solidFill>
                <a:schemeClr val="dk1"/>
              </a:solidFill>
              <a:latin typeface="IBM Plex Sans Condensed"/>
              <a:ea typeface="IBM Plex Sans Condensed"/>
              <a:cs typeface="IBM Plex Sans Condensed"/>
              <a:sym typeface="IBM Plex Sans Condensed"/>
            </a:endParaRPr>
          </a:p>
        </p:txBody>
      </p:sp>
      <p:sp>
        <p:nvSpPr>
          <p:cNvPr id="115" name="Google Shape;115;p20"/>
          <p:cNvSpPr txBox="1"/>
          <p:nvPr/>
        </p:nvSpPr>
        <p:spPr>
          <a:xfrm>
            <a:off x="5252250" y="1359250"/>
            <a:ext cx="37539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IBM Plex Sans Condensed"/>
                <a:ea typeface="IBM Plex Sans Condensed"/>
                <a:cs typeface="IBM Plex Sans Condensed"/>
                <a:sym typeface="IBM Plex Sans Condensed"/>
              </a:rPr>
              <a:t>5.</a:t>
            </a:r>
            <a:r>
              <a:rPr b="1" i="0" lang="en" sz="1600" u="none" cap="none" strike="noStrike">
                <a:solidFill>
                  <a:schemeClr val="dk1"/>
                </a:solidFill>
                <a:latin typeface="IBM Plex Sans Condensed"/>
                <a:ea typeface="IBM Plex Sans Condensed"/>
                <a:cs typeface="IBM Plex Sans Condensed"/>
                <a:sym typeface="IBM Plex Sans Condensed"/>
              </a:rPr>
              <a:t> Validation &amp; Optimization</a:t>
            </a:r>
            <a:endParaRPr b="1" i="0" sz="1600" u="none" cap="none" strike="noStrike">
              <a:solidFill>
                <a:schemeClr val="dk1"/>
              </a:solidFill>
              <a:latin typeface="IBM Plex Sans Condensed"/>
              <a:ea typeface="IBM Plex Sans Condensed"/>
              <a:cs typeface="IBM Plex Sans Condensed"/>
              <a:sym typeface="IBM Plex Sans Condensed"/>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IBM Plex Sans Condensed"/>
                <a:ea typeface="IBM Plex Sans Condensed"/>
                <a:cs typeface="IBM Plex Sans Condensed"/>
                <a:sym typeface="IBM Plex Sans Condensed"/>
              </a:rPr>
              <a:t>Validated risk scores against ground truth:</a:t>
            </a:r>
            <a:endParaRPr b="0" i="0" sz="1600" u="none" cap="none" strike="noStrike">
              <a:solidFill>
                <a:schemeClr val="dk1"/>
              </a:solidFill>
              <a:latin typeface="IBM Plex Sans Condensed"/>
              <a:ea typeface="IBM Plex Sans Condensed"/>
              <a:cs typeface="IBM Plex Sans Condensed"/>
              <a:sym typeface="IBM Plex Sans Condensed"/>
            </a:endParaRPr>
          </a:p>
          <a:p>
            <a:pPr indent="-330200" lvl="0" marL="457200" marR="0" rtl="0" algn="l">
              <a:lnSpc>
                <a:spcPct val="100000"/>
              </a:lnSpc>
              <a:spcBef>
                <a:spcPts val="0"/>
              </a:spcBef>
              <a:spcAft>
                <a:spcPts val="0"/>
              </a:spcAft>
              <a:buClr>
                <a:schemeClr val="dk1"/>
              </a:buClr>
              <a:buSzPts val="1600"/>
              <a:buFont typeface="IBM Plex Sans Condensed"/>
              <a:buChar char="●"/>
            </a:pPr>
            <a:r>
              <a:rPr b="0" i="0" lang="en" sz="1600" u="none" cap="none" strike="noStrike">
                <a:solidFill>
                  <a:schemeClr val="dk1"/>
                </a:solidFill>
                <a:latin typeface="IBM Plex Sans Condensed"/>
                <a:ea typeface="IBM Plex Sans Condensed"/>
                <a:cs typeface="IBM Plex Sans Condensed"/>
                <a:sym typeface="IBM Plex Sans Condensed"/>
              </a:rPr>
              <a:t>Compared against 15 Indian species (IUCN)</a:t>
            </a:r>
            <a:endParaRPr b="0" i="0" sz="1600" u="none" cap="none" strike="noStrike">
              <a:solidFill>
                <a:schemeClr val="dk1"/>
              </a:solidFill>
              <a:latin typeface="IBM Plex Sans Condensed"/>
              <a:ea typeface="IBM Plex Sans Condensed"/>
              <a:cs typeface="IBM Plex Sans Condensed"/>
              <a:sym typeface="IBM Plex Sans Condensed"/>
            </a:endParaRPr>
          </a:p>
          <a:p>
            <a:pPr indent="-330200" lvl="0" marL="457200" marR="0" rtl="0" algn="l">
              <a:lnSpc>
                <a:spcPct val="100000"/>
              </a:lnSpc>
              <a:spcBef>
                <a:spcPts val="0"/>
              </a:spcBef>
              <a:spcAft>
                <a:spcPts val="0"/>
              </a:spcAft>
              <a:buClr>
                <a:schemeClr val="dk1"/>
              </a:buClr>
              <a:buSzPts val="1600"/>
              <a:buFont typeface="IBM Plex Sans Condensed"/>
              <a:buChar char="●"/>
            </a:pPr>
            <a:r>
              <a:rPr b="0" i="0" lang="en" sz="1600" u="none" cap="none" strike="noStrike">
                <a:solidFill>
                  <a:schemeClr val="dk1"/>
                </a:solidFill>
                <a:latin typeface="IBM Plex Sans Condensed"/>
                <a:ea typeface="IBM Plex Sans Condensed"/>
                <a:cs typeface="IBM Plex Sans Condensed"/>
                <a:sym typeface="IBM Plex Sans Condensed"/>
              </a:rPr>
              <a:t>Grid-search weight optimization (1,771 combinations)</a:t>
            </a:r>
            <a:br>
              <a:rPr b="0" i="0" lang="en" sz="1600" u="none" cap="none" strike="noStrike">
                <a:solidFill>
                  <a:schemeClr val="dk1"/>
                </a:solidFill>
                <a:latin typeface="IBM Plex Sans Condensed"/>
                <a:ea typeface="IBM Plex Sans Condensed"/>
                <a:cs typeface="IBM Plex Sans Condensed"/>
                <a:sym typeface="IBM Plex Sans Condensed"/>
              </a:rPr>
            </a:br>
            <a:r>
              <a:rPr b="0" i="0" lang="en" sz="1600" u="none" cap="none" strike="noStrike">
                <a:solidFill>
                  <a:schemeClr val="dk1"/>
                </a:solidFill>
                <a:latin typeface="IBM Plex Sans Condensed"/>
                <a:ea typeface="IBM Plex Sans Condensed"/>
                <a:cs typeface="IBM Plex Sans Condensed"/>
                <a:sym typeface="IBM Plex Sans Condensed"/>
              </a:rPr>
              <a:t> → Achieved 73.3% accuracy against IUCN ground truth.</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77014" y="256858"/>
            <a:ext cx="8520525" cy="572625"/>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200"/>
              <a:buNone/>
            </a:pPr>
            <a:r>
              <a:rPr lang="en" sz="2800">
                <a:solidFill>
                  <a:schemeClr val="dk1"/>
                </a:solidFill>
              </a:rPr>
              <a:t>Overview of our Research and Progress</a:t>
            </a:r>
            <a:endParaRPr sz="2800">
              <a:solidFill>
                <a:schemeClr val="dk1"/>
              </a:solidFill>
            </a:endParaRPr>
          </a:p>
        </p:txBody>
      </p:sp>
      <p:sp>
        <p:nvSpPr>
          <p:cNvPr id="121" name="Google Shape;121;p21"/>
          <p:cNvSpPr txBox="1"/>
          <p:nvPr>
            <p:ph idx="1" type="body"/>
          </p:nvPr>
        </p:nvSpPr>
        <p:spPr>
          <a:xfrm>
            <a:off x="311700" y="839755"/>
            <a:ext cx="8692200" cy="3729000"/>
          </a:xfrm>
          <a:prstGeom prst="rect">
            <a:avLst/>
          </a:prstGeom>
          <a:noFill/>
          <a:ln>
            <a:noFill/>
          </a:ln>
        </p:spPr>
        <p:txBody>
          <a:bodyPr anchorCtr="0" anchor="t" bIns="91400" lIns="91400" spcFirstLastPara="1" rIns="91400" wrap="square" tIns="91400">
            <a:noAutofit/>
          </a:bodyPr>
          <a:lstStyle/>
          <a:p>
            <a:pPr indent="0" lvl="0" marL="0" rtl="0" algn="l">
              <a:lnSpc>
                <a:spcPct val="100000"/>
              </a:lnSpc>
              <a:spcBef>
                <a:spcPts val="0"/>
              </a:spcBef>
              <a:spcAft>
                <a:spcPts val="0"/>
              </a:spcAft>
              <a:buClr>
                <a:schemeClr val="dk1"/>
              </a:buClr>
              <a:buSzPts val="1100"/>
              <a:buNone/>
            </a:pPr>
            <a:r>
              <a:rPr b="1" lang="en" sz="1600">
                <a:solidFill>
                  <a:schemeClr val="dk1"/>
                </a:solidFill>
              </a:rPr>
              <a:t>Data Pipeline &amp; Species Graph </a:t>
            </a:r>
            <a:r>
              <a:rPr b="1" lang="en" sz="1600">
                <a:solidFill>
                  <a:srgbClr val="00B050"/>
                </a:solidFill>
              </a:rPr>
              <a:t>(Completed)</a:t>
            </a:r>
            <a:r>
              <a:rPr b="1" lang="en" sz="1600">
                <a:solidFill>
                  <a:schemeClr val="dk1"/>
                </a:solidFill>
              </a:rPr>
              <a:t>:</a:t>
            </a:r>
            <a:endParaRPr b="1" sz="1600">
              <a:solidFill>
                <a:schemeClr val="dk1"/>
              </a:solidFill>
            </a:endParaRPr>
          </a:p>
          <a:p>
            <a:pPr indent="-317492" lvl="0" marL="342900" rtl="0" algn="l">
              <a:lnSpc>
                <a:spcPct val="100000"/>
              </a:lnSpc>
              <a:spcBef>
                <a:spcPts val="1200"/>
              </a:spcBef>
              <a:spcAft>
                <a:spcPts val="0"/>
              </a:spcAft>
              <a:buClr>
                <a:schemeClr val="dk1"/>
              </a:buClr>
              <a:buSzPts val="1400"/>
              <a:buChar char="●"/>
            </a:pPr>
            <a:r>
              <a:rPr lang="en" sz="1600">
                <a:solidFill>
                  <a:schemeClr val="dk1"/>
                </a:solidFill>
              </a:rPr>
              <a:t>Filtered 53.4 GB GloBI dataset to 2,738 Indian species interactions.</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Built a Neo4j graph: 1,135 species nodes, 1,872 ecological relationships.</a:t>
            </a:r>
            <a:endParaRPr sz="1600">
              <a:solidFill>
                <a:schemeClr val="dk1"/>
              </a:solidFill>
            </a:endParaRPr>
          </a:p>
          <a:p>
            <a:pPr indent="0" lvl="0" marL="0" rtl="0" algn="l">
              <a:lnSpc>
                <a:spcPct val="100000"/>
              </a:lnSpc>
              <a:spcBef>
                <a:spcPts val="1200"/>
              </a:spcBef>
              <a:spcAft>
                <a:spcPts val="0"/>
              </a:spcAft>
              <a:buClr>
                <a:schemeClr val="dk1"/>
              </a:buClr>
              <a:buSzPts val="1100"/>
              <a:buNone/>
            </a:pPr>
            <a:r>
              <a:rPr b="1" lang="en" sz="1600">
                <a:solidFill>
                  <a:schemeClr val="dk1"/>
                </a:solidFill>
              </a:rPr>
              <a:t>Population Anomaly Detection </a:t>
            </a:r>
            <a:r>
              <a:rPr b="1" lang="en" sz="1600">
                <a:solidFill>
                  <a:srgbClr val="00B050"/>
                </a:solidFill>
              </a:rPr>
              <a:t>(Completed)</a:t>
            </a:r>
            <a:r>
              <a:rPr b="1" lang="en" sz="1600">
                <a:solidFill>
                  <a:schemeClr val="dk1"/>
                </a:solidFill>
              </a:rPr>
              <a:t>:</a:t>
            </a:r>
            <a:endParaRPr b="1" sz="1600">
              <a:solidFill>
                <a:schemeClr val="dk1"/>
              </a:solidFill>
            </a:endParaRPr>
          </a:p>
          <a:p>
            <a:pPr indent="-317492" lvl="0" marL="342900" rtl="0" algn="l">
              <a:lnSpc>
                <a:spcPct val="100000"/>
              </a:lnSpc>
              <a:spcBef>
                <a:spcPts val="1200"/>
              </a:spcBef>
              <a:spcAft>
                <a:spcPts val="0"/>
              </a:spcAft>
              <a:buClr>
                <a:schemeClr val="dk1"/>
              </a:buClr>
              <a:buSzPts val="1400"/>
              <a:buChar char="●"/>
            </a:pPr>
            <a:r>
              <a:rPr lang="en" sz="1600">
                <a:solidFill>
                  <a:schemeClr val="dk1"/>
                </a:solidFill>
              </a:rPr>
              <a:t>Fetched 3,015 GBIF observation records (2000–2025) for 15 Indian species; corrected for observer-effort bias in citizen-science platforms.</a:t>
            </a:r>
            <a:endParaRPr sz="1600">
              <a:solidFill>
                <a:schemeClr val="dk1"/>
              </a:solidFill>
            </a:endParaRPr>
          </a:p>
          <a:p>
            <a:pPr indent="0" lvl="0" marL="0" rtl="0" algn="l">
              <a:lnSpc>
                <a:spcPct val="100000"/>
              </a:lnSpc>
              <a:spcBef>
                <a:spcPts val="1200"/>
              </a:spcBef>
              <a:spcAft>
                <a:spcPts val="0"/>
              </a:spcAft>
              <a:buClr>
                <a:schemeClr val="dk1"/>
              </a:buClr>
              <a:buSzPts val="1100"/>
              <a:buNone/>
            </a:pPr>
            <a:r>
              <a:rPr b="1" lang="en" sz="1600">
                <a:solidFill>
                  <a:schemeClr val="dk1"/>
                </a:solidFill>
              </a:rPr>
              <a:t>Risk Scoring &amp; Validation </a:t>
            </a:r>
            <a:r>
              <a:rPr b="1" lang="en" sz="1600">
                <a:solidFill>
                  <a:srgbClr val="00B050"/>
                </a:solidFill>
              </a:rPr>
              <a:t>(Completed)</a:t>
            </a:r>
            <a:r>
              <a:rPr b="1" lang="en" sz="1600">
                <a:solidFill>
                  <a:schemeClr val="dk1"/>
                </a:solidFill>
              </a:rPr>
              <a:t>:</a:t>
            </a:r>
            <a:endParaRPr b="1" sz="1600">
              <a:solidFill>
                <a:schemeClr val="dk1"/>
              </a:solidFill>
            </a:endParaRPr>
          </a:p>
          <a:p>
            <a:pPr indent="-317492" lvl="0" marL="342900" rtl="0" algn="l">
              <a:lnSpc>
                <a:spcPct val="100000"/>
              </a:lnSpc>
              <a:spcBef>
                <a:spcPts val="1200"/>
              </a:spcBef>
              <a:spcAft>
                <a:spcPts val="0"/>
              </a:spcAft>
              <a:buClr>
                <a:schemeClr val="dk1"/>
              </a:buClr>
              <a:buSzPts val="1400"/>
              <a:buChar char="●"/>
            </a:pPr>
            <a:r>
              <a:rPr lang="en" sz="1600">
                <a:solidFill>
                  <a:schemeClr val="dk1"/>
                </a:solidFill>
              </a:rPr>
              <a:t>Combined four signals: IUCN trend, population anomaly, data deficiency, and graph centrality into a unified risk score.</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Optimized weights via grid search across 1,771 combinations to minimize error against IUCN scores.</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Validated against IUCN Red List: 73.3% accuracy, 40% exact match.</a:t>
            </a:r>
            <a:endParaRPr sz="1600">
              <a:solidFill>
                <a:schemeClr val="dk1"/>
              </a:solidFill>
            </a:endParaRPr>
          </a:p>
          <a:p>
            <a:pPr indent="0" lvl="0" marL="0" rtl="0" algn="l">
              <a:lnSpc>
                <a:spcPct val="100000"/>
              </a:lnSpc>
              <a:spcBef>
                <a:spcPts val="1200"/>
              </a:spcBef>
              <a:spcAft>
                <a:spcPts val="1200"/>
              </a:spcAft>
              <a:buSzPts val="2800"/>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idx="1" type="body"/>
          </p:nvPr>
        </p:nvSpPr>
        <p:spPr>
          <a:xfrm>
            <a:off x="246850" y="277225"/>
            <a:ext cx="8813100" cy="3416400"/>
          </a:xfrm>
          <a:prstGeom prst="rect">
            <a:avLst/>
          </a:prstGeom>
          <a:noFill/>
          <a:ln>
            <a:noFill/>
          </a:ln>
        </p:spPr>
        <p:txBody>
          <a:bodyPr anchorCtr="0" anchor="t" bIns="91400" lIns="91400" spcFirstLastPara="1" rIns="91400" wrap="square" tIns="91400">
            <a:noAutofit/>
          </a:bodyPr>
          <a:lstStyle/>
          <a:p>
            <a:pPr indent="0" lvl="0" marL="25408" rtl="0" algn="l">
              <a:lnSpc>
                <a:spcPct val="100000"/>
              </a:lnSpc>
              <a:spcBef>
                <a:spcPts val="0"/>
              </a:spcBef>
              <a:spcAft>
                <a:spcPts val="0"/>
              </a:spcAft>
              <a:buClr>
                <a:schemeClr val="dk1"/>
              </a:buClr>
              <a:buSzPts val="1400"/>
              <a:buNone/>
            </a:pPr>
            <a:r>
              <a:rPr b="1" lang="en" sz="1600">
                <a:solidFill>
                  <a:schemeClr val="dk1"/>
                </a:solidFill>
              </a:rPr>
              <a:t>Key Findings </a:t>
            </a:r>
            <a:r>
              <a:rPr b="1" lang="en" sz="1600">
                <a:solidFill>
                  <a:srgbClr val="92D050"/>
                </a:solidFill>
              </a:rPr>
              <a:t>(Validated) </a:t>
            </a:r>
            <a:r>
              <a:rPr b="1" lang="en" sz="1600">
                <a:solidFill>
                  <a:schemeClr val="dk1"/>
                </a:solidFill>
              </a:rPr>
              <a:t>:</a:t>
            </a:r>
            <a:endParaRPr b="1" sz="1600">
              <a:solidFill>
                <a:schemeClr val="dk1"/>
              </a:solidFill>
            </a:endParaRPr>
          </a:p>
          <a:p>
            <a:pPr indent="-317492" lvl="0" marL="342900" rtl="0" algn="l">
              <a:lnSpc>
                <a:spcPct val="100000"/>
              </a:lnSpc>
              <a:spcBef>
                <a:spcPts val="1200"/>
              </a:spcBef>
              <a:spcAft>
                <a:spcPts val="0"/>
              </a:spcAft>
              <a:buClr>
                <a:schemeClr val="dk1"/>
              </a:buClr>
              <a:buSzPts val="1400"/>
              <a:buChar char="●"/>
            </a:pPr>
            <a:r>
              <a:rPr lang="en" sz="1600">
                <a:solidFill>
                  <a:schemeClr val="dk1"/>
                </a:solidFill>
              </a:rPr>
              <a:t>Cheetah Data Gap: Acinonyx jubatus has only 1 GBIF record in 25 years — ERAS correctly flags it CRITICAL (0.86), validating the Kuno reintroduction failure.</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Observer-Effort Bias: Raw GBIF counts rise for nearly all species due to growing app usage, not real population growth — corrected via yearly normalization.</a:t>
            </a:r>
            <a:endParaRPr sz="1600">
              <a:solidFill>
                <a:schemeClr val="dk1"/>
              </a:solidFill>
            </a:endParaRPr>
          </a:p>
          <a:p>
            <a:pPr indent="0" lvl="0" marL="25408" rtl="0" algn="l">
              <a:lnSpc>
                <a:spcPct val="100000"/>
              </a:lnSpc>
              <a:spcBef>
                <a:spcPts val="1200"/>
              </a:spcBef>
              <a:spcAft>
                <a:spcPts val="0"/>
              </a:spcAft>
              <a:buClr>
                <a:schemeClr val="dk1"/>
              </a:buClr>
              <a:buSzPts val="1400"/>
              <a:buNone/>
            </a:pPr>
            <a:r>
              <a:rPr b="1" lang="en" sz="1600">
                <a:solidFill>
                  <a:schemeClr val="dk1"/>
                </a:solidFill>
              </a:rPr>
              <a:t>Species Risk Results </a:t>
            </a:r>
            <a:r>
              <a:rPr b="1" lang="en" sz="1600">
                <a:solidFill>
                  <a:srgbClr val="FF0000"/>
                </a:solidFill>
              </a:rPr>
              <a:t>(ERAS Output) </a:t>
            </a:r>
            <a:r>
              <a:rPr b="1" lang="en" sz="1600">
                <a:solidFill>
                  <a:schemeClr val="dk1"/>
                </a:solidFill>
              </a:rPr>
              <a:t>:</a:t>
            </a:r>
            <a:endParaRPr b="1" sz="1600">
              <a:solidFill>
                <a:schemeClr val="dk1"/>
              </a:solidFill>
            </a:endParaRPr>
          </a:p>
          <a:p>
            <a:pPr indent="-317492" lvl="0" marL="342900" rtl="0" algn="l">
              <a:lnSpc>
                <a:spcPct val="100000"/>
              </a:lnSpc>
              <a:spcBef>
                <a:spcPts val="1200"/>
              </a:spcBef>
              <a:spcAft>
                <a:spcPts val="0"/>
              </a:spcAft>
              <a:buClr>
                <a:schemeClr val="dk1"/>
              </a:buClr>
              <a:buSzPts val="1400"/>
              <a:buChar char="●"/>
            </a:pPr>
            <a:r>
              <a:rPr lang="en" sz="1600">
                <a:solidFill>
                  <a:schemeClr val="dk1"/>
                </a:solidFill>
              </a:rPr>
              <a:t>Acinonyx jubatus (Cheetah): 0.86 — CRITICAL.</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Elephas maximus (Elephant): 0.60 — HIGH, exact IUCN match.</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Panthera tigris (Tiger): 0.57 — HIGH, exact IUCN match.</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Manis crassicaudata (Pangolin): 0.59 — HIGH, exact IUCN match.</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Cuon alpinus (Dhole): 0.54 — HIGH, exact IUCN match.</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Gavialis gangeticus (Gharial): 0.08 — underestimated; aquatic species rarely seen by citizen science.</a:t>
            </a:r>
            <a:endParaRPr sz="1600">
              <a:solidFill>
                <a:schemeClr val="dk1"/>
              </a:solidFill>
            </a:endParaRPr>
          </a:p>
          <a:p>
            <a:pPr indent="-317492" lvl="0" marL="342900" rtl="0" algn="l">
              <a:lnSpc>
                <a:spcPct val="100000"/>
              </a:lnSpc>
              <a:spcBef>
                <a:spcPts val="0"/>
              </a:spcBef>
              <a:spcAft>
                <a:spcPts val="0"/>
              </a:spcAft>
              <a:buClr>
                <a:schemeClr val="dk1"/>
              </a:buClr>
              <a:buSzPts val="1400"/>
              <a:buChar char="●"/>
            </a:pPr>
            <a:r>
              <a:rPr lang="en" sz="1600">
                <a:solidFill>
                  <a:schemeClr val="dk1"/>
                </a:solidFill>
              </a:rPr>
              <a:t>Ardeotis nigriceps (Bustard): 0.54 vs IUCN CR — nocturnal/cryptic species under-observed.</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nvSpPr>
        <p:spPr>
          <a:xfrm>
            <a:off x="384775" y="260975"/>
            <a:ext cx="8223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BM Plex Sans Condensed"/>
                <a:ea typeface="IBM Plex Sans Condensed"/>
                <a:cs typeface="IBM Plex Sans Condensed"/>
                <a:sym typeface="IBM Plex Sans Condensed"/>
              </a:rPr>
              <a:t>Future Work &amp; Next Steps</a:t>
            </a:r>
            <a:endParaRPr b="1" i="0" sz="2800" u="none" cap="none" strike="noStrike">
              <a:solidFill>
                <a:schemeClr val="dk1"/>
              </a:solidFill>
              <a:latin typeface="IBM Plex Sans Condensed"/>
              <a:ea typeface="IBM Plex Sans Condensed"/>
              <a:cs typeface="IBM Plex Sans Condensed"/>
              <a:sym typeface="IBM Plex Sans Condensed"/>
            </a:endParaRPr>
          </a:p>
        </p:txBody>
      </p:sp>
      <p:sp>
        <p:nvSpPr>
          <p:cNvPr id="132" name="Google Shape;132;p23"/>
          <p:cNvSpPr txBox="1"/>
          <p:nvPr/>
        </p:nvSpPr>
        <p:spPr>
          <a:xfrm>
            <a:off x="384775" y="950000"/>
            <a:ext cx="8223000" cy="3500000"/>
          </a:xfrm>
          <a:prstGeom prst="rect">
            <a:avLst/>
          </a:prstGeom>
          <a:noFill/>
          <a:ln>
            <a:noFill/>
          </a:ln>
        </p:spPr>
        <p:txBody>
          <a:bodyPr anchorCtr="0" anchor="t" bIns="91400" lIns="91400" spcFirstLastPara="1" rIns="91400" wrap="square" tIns="91400">
            <a:noAutofit/>
          </a:bodyPr>
          <a:lstStyle/>
          <a:p>
            <a:pPr indent="-330200" lvl="0" marL="457200" marR="0" rtl="0" algn="l">
              <a:lnSpc>
                <a:spcPct val="130000"/>
              </a:lnSpc>
              <a:spcBef>
                <a:spcPts val="800"/>
              </a:spcBef>
              <a:spcAft>
                <a:spcPts val="0"/>
              </a:spcAft>
              <a:buClr>
                <a:schemeClr val="dk1"/>
              </a:buClr>
              <a:buSzPts val="1600"/>
              <a:buFont typeface="IBM Plex Sans Condensed"/>
              <a:buChar char="●"/>
            </a:pPr>
            <a:r>
              <a:rPr b="1" i="0" lang="en" sz="1600" u="none" cap="none" strike="noStrike">
                <a:solidFill>
                  <a:schemeClr val="dk1"/>
                </a:solidFill>
                <a:latin typeface="Arial"/>
                <a:ea typeface="Arial"/>
                <a:cs typeface="Arial"/>
                <a:sym typeface="Arial"/>
              </a:rPr>
              <a:t>Add Habitat Loss Signal: </a:t>
            </a:r>
            <a:r>
              <a:rPr b="0" i="0" lang="en" sz="1600" u="none" cap="none" strike="noStrike">
                <a:solidFill>
                  <a:schemeClr val="dk1"/>
                </a:solidFill>
                <a:latin typeface="Arial"/>
                <a:ea typeface="Arial"/>
                <a:cs typeface="Arial"/>
                <a:sym typeface="Arial"/>
              </a:rPr>
              <a:t>integrate Global Forest Watch deforestation data as a fifth risk signal, targeting aquatic/cryptic species currently underestimated.</a:t>
            </a:r>
            <a:endParaRPr b="0" i="0" sz="1600" u="none" cap="none" strike="noStrike">
              <a:solidFill>
                <a:schemeClr val="dk1"/>
              </a:solidFill>
              <a:latin typeface="Arial"/>
              <a:ea typeface="Arial"/>
              <a:cs typeface="Arial"/>
              <a:sym typeface="Arial"/>
            </a:endParaRPr>
          </a:p>
          <a:p>
            <a:pPr indent="-330200" lvl="0" marL="457200" marR="0" rtl="0" algn="l">
              <a:lnSpc>
                <a:spcPct val="130000"/>
              </a:lnSpc>
              <a:spcBef>
                <a:spcPts val="800"/>
              </a:spcBef>
              <a:spcAft>
                <a:spcPts val="0"/>
              </a:spcAft>
              <a:buClr>
                <a:schemeClr val="dk1"/>
              </a:buClr>
              <a:buSzPts val="1600"/>
              <a:buFont typeface="IBM Plex Sans Condensed"/>
              <a:buChar char="●"/>
            </a:pPr>
            <a:r>
              <a:rPr b="1" i="0" lang="en" sz="1600" u="none" cap="none" strike="noStrike">
                <a:solidFill>
                  <a:schemeClr val="dk1"/>
                </a:solidFill>
                <a:latin typeface="Arial"/>
                <a:ea typeface="Arial"/>
                <a:cs typeface="Arial"/>
                <a:sym typeface="Arial"/>
              </a:rPr>
              <a:t>Expand Validation Set: </a:t>
            </a:r>
            <a:r>
              <a:rPr b="0" i="0" lang="en" sz="1600" u="none" cap="none" strike="noStrike">
                <a:solidFill>
                  <a:schemeClr val="dk1"/>
                </a:solidFill>
                <a:latin typeface="Arial"/>
                <a:ea typeface="Arial"/>
                <a:cs typeface="Arial"/>
                <a:sym typeface="Arial"/>
              </a:rPr>
              <a:t>scale from 15 to 50–100 species for statistically robust accuracy measurement.</a:t>
            </a:r>
            <a:endParaRPr b="0" i="0" sz="1600" u="none" cap="none" strike="noStrike">
              <a:solidFill>
                <a:schemeClr val="dk1"/>
              </a:solidFill>
              <a:latin typeface="Arial"/>
              <a:ea typeface="Arial"/>
              <a:cs typeface="Arial"/>
              <a:sym typeface="Arial"/>
            </a:endParaRPr>
          </a:p>
          <a:p>
            <a:pPr indent="-330200" lvl="0" marL="457200" marR="0" rtl="0" algn="l">
              <a:lnSpc>
                <a:spcPct val="130000"/>
              </a:lnSpc>
              <a:spcBef>
                <a:spcPts val="800"/>
              </a:spcBef>
              <a:spcAft>
                <a:spcPts val="0"/>
              </a:spcAft>
              <a:buClr>
                <a:schemeClr val="dk1"/>
              </a:buClr>
              <a:buSzPts val="1600"/>
              <a:buFont typeface="IBM Plex Sans Condensed"/>
              <a:buChar char="●"/>
            </a:pPr>
            <a:r>
              <a:rPr b="1" i="0" lang="en" sz="1600" u="none" cap="none" strike="noStrike">
                <a:solidFill>
                  <a:schemeClr val="dk1"/>
                </a:solidFill>
                <a:latin typeface="Arial"/>
                <a:ea typeface="Arial"/>
                <a:cs typeface="Arial"/>
                <a:sym typeface="Arial"/>
              </a:rPr>
              <a:t>Build REST API &amp; Dashboard: </a:t>
            </a:r>
            <a:r>
              <a:rPr b="0" i="0" lang="en" sz="1600" u="none" cap="none" strike="noStrike">
                <a:solidFill>
                  <a:schemeClr val="dk1"/>
                </a:solidFill>
                <a:latin typeface="Arial"/>
                <a:ea typeface="Arial"/>
                <a:cs typeface="Arial"/>
                <a:sym typeface="Arial"/>
              </a:rPr>
              <a:t>expose risk scores via FastAPI and a visualization dashboard for the species graph and trends.</a:t>
            </a:r>
            <a:endParaRPr b="0" i="0" sz="1600" u="none" cap="none" strike="noStrike">
              <a:solidFill>
                <a:schemeClr val="dk1"/>
              </a:solidFill>
              <a:latin typeface="Arial"/>
              <a:ea typeface="Arial"/>
              <a:cs typeface="Arial"/>
              <a:sym typeface="Arial"/>
            </a:endParaRPr>
          </a:p>
          <a:p>
            <a:pPr indent="-330200" lvl="0" marL="457200" marR="0" rtl="0" algn="l">
              <a:lnSpc>
                <a:spcPct val="130000"/>
              </a:lnSpc>
              <a:spcBef>
                <a:spcPts val="800"/>
              </a:spcBef>
              <a:spcAft>
                <a:spcPts val="0"/>
              </a:spcAft>
              <a:buClr>
                <a:schemeClr val="dk1"/>
              </a:buClr>
              <a:buSzPts val="1600"/>
              <a:buFont typeface="IBM Plex Sans Condensed"/>
              <a:buChar char="●"/>
            </a:pPr>
            <a:r>
              <a:rPr b="1" i="0" lang="en" sz="1600" u="none" cap="none" strike="noStrike">
                <a:solidFill>
                  <a:schemeClr val="dk1"/>
                </a:solidFill>
                <a:latin typeface="Arial"/>
                <a:ea typeface="Arial"/>
                <a:cs typeface="Arial"/>
                <a:sym typeface="Arial"/>
              </a:rPr>
              <a:t>Write Full Research Paper: </a:t>
            </a:r>
            <a:r>
              <a:rPr b="0" i="0" lang="en" sz="1600" u="none" cap="none" strike="noStrike">
                <a:solidFill>
                  <a:schemeClr val="dk1"/>
                </a:solidFill>
                <a:latin typeface="Arial"/>
                <a:ea typeface="Arial"/>
                <a:cs typeface="Arial"/>
                <a:sym typeface="Arial"/>
              </a:rPr>
              <a:t>complete Results and Discussion sections for thesis submission.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nvSpPr>
        <p:spPr>
          <a:xfrm>
            <a:off x="384775" y="260975"/>
            <a:ext cx="8223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IBM Plex Sans Condensed"/>
              <a:ea typeface="IBM Plex Sans Condensed"/>
              <a:cs typeface="IBM Plex Sans Condensed"/>
              <a:sym typeface="IBM Plex Sans Condensed"/>
            </a:endParaRPr>
          </a:p>
        </p:txBody>
      </p:sp>
      <p:sp>
        <p:nvSpPr>
          <p:cNvPr id="138" name="Google Shape;138;p24"/>
          <p:cNvSpPr txBox="1"/>
          <p:nvPr/>
        </p:nvSpPr>
        <p:spPr>
          <a:xfrm>
            <a:off x="384775" y="950000"/>
            <a:ext cx="8223000" cy="3500100"/>
          </a:xfrm>
          <a:prstGeom prst="rect">
            <a:avLst/>
          </a:prstGeom>
          <a:noFill/>
          <a:ln>
            <a:noFill/>
          </a:ln>
        </p:spPr>
        <p:txBody>
          <a:bodyPr anchorCtr="0" anchor="t" bIns="91400" lIns="91400" spcFirstLastPara="1" rIns="91400" wrap="square" tIns="91400">
            <a:noAutofit/>
          </a:bodyPr>
          <a:lstStyle/>
          <a:p>
            <a:pPr indent="0" lvl="0" marL="0" marR="0" rtl="0" algn="l">
              <a:lnSpc>
                <a:spcPct val="130000"/>
              </a:lnSpc>
              <a:spcBef>
                <a:spcPts val="800"/>
              </a:spcBef>
              <a:spcAft>
                <a:spcPts val="0"/>
              </a:spcAft>
              <a:buNone/>
            </a:pPr>
            <a:r>
              <a:rPr lang="en" sz="1600">
                <a:solidFill>
                  <a:schemeClr val="dk1"/>
                </a:solidFill>
              </a:rPr>
              <a:t>Biodiversity Informatics - </a:t>
            </a:r>
            <a:r>
              <a:rPr lang="en" sz="1600" u="sng">
                <a:solidFill>
                  <a:schemeClr val="hlink"/>
                </a:solidFill>
                <a:hlinkClick r:id="rId3"/>
              </a:rPr>
              <a:t>https://journals.ku.edu/jbi</a:t>
            </a:r>
            <a:endParaRPr sz="1600">
              <a:solidFill>
                <a:schemeClr val="dk1"/>
              </a:solidFill>
            </a:endParaRPr>
          </a:p>
          <a:p>
            <a:pPr indent="0" lvl="0" marL="0" marR="0" rtl="0" algn="l">
              <a:lnSpc>
                <a:spcPct val="130000"/>
              </a:lnSpc>
              <a:spcBef>
                <a:spcPts val="800"/>
              </a:spcBef>
              <a:spcAft>
                <a:spcPts val="0"/>
              </a:spcAft>
              <a:buNone/>
            </a:pPr>
            <a:r>
              <a:rPr lang="en" sz="1600">
                <a:solidFill>
                  <a:schemeClr val="dk1"/>
                </a:solidFill>
              </a:rPr>
              <a:t>Asian Journnal of conservation biology - </a:t>
            </a:r>
            <a:r>
              <a:rPr lang="en" sz="1600" u="sng">
                <a:solidFill>
                  <a:schemeClr val="hlink"/>
                </a:solidFill>
                <a:hlinkClick r:id="rId4"/>
              </a:rPr>
              <a:t>https://www.biotaxa.org/ajcb/?utm_source=chatgpt.com</a:t>
            </a:r>
            <a:br>
              <a:rPr lang="en" sz="1600">
                <a:solidFill>
                  <a:schemeClr val="dk1"/>
                </a:solidFill>
              </a:rPr>
            </a:br>
            <a:endParaRPr sz="1600">
              <a:solidFill>
                <a:schemeClr val="dk1"/>
              </a:solidFill>
            </a:endParaRPr>
          </a:p>
          <a:p>
            <a:pPr indent="0" lvl="0" marL="0" marR="0" rtl="0" algn="l">
              <a:lnSpc>
                <a:spcPct val="130000"/>
              </a:lnSpc>
              <a:spcBef>
                <a:spcPts val="800"/>
              </a:spcBef>
              <a:spcAft>
                <a:spcPts val="0"/>
              </a:spcAft>
              <a:buNone/>
            </a:pPr>
            <a:r>
              <a:rPr lang="en" sz="1600">
                <a:solidFill>
                  <a:schemeClr val="dk1"/>
                </a:solidFill>
              </a:rPr>
              <a:t>Indian Journal of ecology - </a:t>
            </a:r>
            <a:r>
              <a:rPr lang="en" sz="1600" u="sng">
                <a:solidFill>
                  <a:schemeClr val="hlink"/>
                </a:solidFill>
                <a:hlinkClick r:id="rId5"/>
              </a:rPr>
              <a:t>https://indianecologicalsociety.com/journal/</a:t>
            </a:r>
            <a:endParaRPr sz="1600">
              <a:solidFill>
                <a:schemeClr val="dk1"/>
              </a:solidFill>
            </a:endParaRPr>
          </a:p>
          <a:p>
            <a:pPr indent="0" lvl="0" marL="0" marR="0" rtl="0" algn="l">
              <a:lnSpc>
                <a:spcPct val="130000"/>
              </a:lnSpc>
              <a:spcBef>
                <a:spcPts val="800"/>
              </a:spcBef>
              <a:spcAft>
                <a:spcPts val="0"/>
              </a:spcAft>
              <a:buNone/>
            </a:pPr>
            <a:r>
              <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759569" y="2178964"/>
            <a:ext cx="5482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Font typeface="IBM Plex Sans Condensed"/>
              <a:buNone/>
            </a:pPr>
            <a:r>
              <a:rPr lang="en" sz="4800"/>
              <a:t>Thank you</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